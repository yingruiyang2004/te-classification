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7.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8.xml" ContentType="application/vnd.openxmlformats-officedocument.them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9.xml" ContentType="application/vnd.openxmlformats-officedocument.them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tags/tag92.xml" ContentType="application/vnd.openxmlformats-officedocument.presentationml.tags+xml"/>
  <Override PartName="/ppt/tags/tag9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4"/>
    <p:sldMasterId id="2147483975" r:id="rId15"/>
    <p:sldMasterId id="2147484082" r:id="rId16"/>
    <p:sldMasterId id="2147484000" r:id="rId17"/>
    <p:sldMasterId id="2147484009" r:id="rId18"/>
    <p:sldMasterId id="2147484020" r:id="rId19"/>
    <p:sldMasterId id="2147484026" r:id="rId20"/>
    <p:sldMasterId id="2147484051" r:id="rId21"/>
    <p:sldMasterId id="2147484032" r:id="rId22"/>
  </p:sldMasterIdLst>
  <p:notesMasterIdLst>
    <p:notesMasterId r:id="rId37"/>
  </p:notesMasterIdLst>
  <p:handoutMasterIdLst>
    <p:handoutMasterId r:id="rId38"/>
  </p:handoutMasterIdLst>
  <p:sldIdLst>
    <p:sldId id="272" r:id="rId23"/>
    <p:sldId id="2147481894" r:id="rId24"/>
    <p:sldId id="2147481919" r:id="rId25"/>
    <p:sldId id="2147481910" r:id="rId26"/>
    <p:sldId id="2147481907" r:id="rId27"/>
    <p:sldId id="2147481904" r:id="rId28"/>
    <p:sldId id="2147481912" r:id="rId29"/>
    <p:sldId id="2147481905" r:id="rId30"/>
    <p:sldId id="2147481914" r:id="rId31"/>
    <p:sldId id="2147481915" r:id="rId32"/>
    <p:sldId id="2147481913" r:id="rId33"/>
    <p:sldId id="2147481916" r:id="rId34"/>
    <p:sldId id="2147481918" r:id="rId35"/>
    <p:sldId id="2147481917" r:id="rId36"/>
  </p:sldIdLst>
  <p:sldSz cx="12192000"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a Boyes" initials="LB"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A44FA1-DA6C-48F5-B03D-8510F5258E96}" v="1" dt="2025-08-29T08:49:04.653"/>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0"/>
    <p:restoredTop sz="87726"/>
  </p:normalViewPr>
  <p:slideViewPr>
    <p:cSldViewPr snapToGrid="0">
      <p:cViewPr>
        <p:scale>
          <a:sx n="78" d="100"/>
          <a:sy n="78" d="100"/>
        </p:scale>
        <p:origin x="112" y="-2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Master" Target="slideMasters/slideMaster5.xml"/><Relationship Id="rId26" Type="http://schemas.openxmlformats.org/officeDocument/2006/relationships/slide" Target="slides/slide4.xml"/><Relationship Id="rId39" Type="http://schemas.openxmlformats.org/officeDocument/2006/relationships/tags" Target="tags/tag1.xml"/><Relationship Id="rId21" Type="http://schemas.openxmlformats.org/officeDocument/2006/relationships/slideMaster" Target="slideMasters/slideMaster8.xml"/><Relationship Id="rId34" Type="http://schemas.openxmlformats.org/officeDocument/2006/relationships/slide" Target="slides/slide12.xml"/><Relationship Id="rId42"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3.xml"/><Relationship Id="rId29" Type="http://schemas.openxmlformats.org/officeDocument/2006/relationships/slide" Target="slides/slide7.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2.xml"/><Relationship Id="rId32" Type="http://schemas.openxmlformats.org/officeDocument/2006/relationships/slide" Target="slides/slide10.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Master" Target="slideMasters/slideMaster2.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10" Type="http://schemas.openxmlformats.org/officeDocument/2006/relationships/customXml" Target="../customXml/item10.xml"/><Relationship Id="rId19" Type="http://schemas.openxmlformats.org/officeDocument/2006/relationships/slideMaster" Target="slideMasters/slideMaster6.xml"/><Relationship Id="rId31" Type="http://schemas.openxmlformats.org/officeDocument/2006/relationships/slide" Target="slides/slide9.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Master" Target="slideMasters/slideMaster9.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slide" Target="slides/slide13.xml"/><Relationship Id="rId43" Type="http://schemas.openxmlformats.org/officeDocument/2006/relationships/theme" Target="theme/theme1.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4.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handoutMaster" Target="handoutMasters/handoutMaster1.xml"/><Relationship Id="rId46" Type="http://schemas.microsoft.com/office/2015/10/relationships/revisionInfo" Target="revisionInfo.xml"/><Relationship Id="rId20" Type="http://schemas.openxmlformats.org/officeDocument/2006/relationships/slideMaster" Target="slideMasters/slideMaster7.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gat, Fabio" userId="bd41367b-e3f3-4bb3-a8fa-0f5a0655ebaa" providerId="ADAL" clId="{70A44FA1-DA6C-48F5-B03D-8510F5258E96}"/>
    <pc:docChg chg="modSld">
      <pc:chgData name="Rigat, Fabio" userId="bd41367b-e3f3-4bb3-a8fa-0f5a0655ebaa" providerId="ADAL" clId="{70A44FA1-DA6C-48F5-B03D-8510F5258E96}" dt="2025-08-29T08:48:54.434" v="13" actId="255"/>
      <pc:docMkLst>
        <pc:docMk/>
      </pc:docMkLst>
      <pc:sldChg chg="modSp mod">
        <pc:chgData name="Rigat, Fabio" userId="bd41367b-e3f3-4bb3-a8fa-0f5a0655ebaa" providerId="ADAL" clId="{70A44FA1-DA6C-48F5-B03D-8510F5258E96}" dt="2025-08-29T08:45:33.381" v="4" actId="1076"/>
        <pc:sldMkLst>
          <pc:docMk/>
          <pc:sldMk cId="1201062971" sldId="2147481916"/>
        </pc:sldMkLst>
        <pc:spChg chg="mod">
          <ac:chgData name="Rigat, Fabio" userId="bd41367b-e3f3-4bb3-a8fa-0f5a0655ebaa" providerId="ADAL" clId="{70A44FA1-DA6C-48F5-B03D-8510F5258E96}" dt="2025-08-29T08:45:33.381" v="4" actId="1076"/>
          <ac:spMkLst>
            <pc:docMk/>
            <pc:sldMk cId="1201062971" sldId="2147481916"/>
            <ac:spMk id="7" creationId="{44028BF3-00EB-6618-5D62-40885954CF67}"/>
          </ac:spMkLst>
        </pc:spChg>
      </pc:sldChg>
      <pc:sldChg chg="addSp modSp mod">
        <pc:chgData name="Rigat, Fabio" userId="bd41367b-e3f3-4bb3-a8fa-0f5a0655ebaa" providerId="ADAL" clId="{70A44FA1-DA6C-48F5-B03D-8510F5258E96}" dt="2025-08-29T08:48:54.434" v="13" actId="255"/>
        <pc:sldMkLst>
          <pc:docMk/>
          <pc:sldMk cId="231986476" sldId="2147481919"/>
        </pc:sldMkLst>
        <pc:spChg chg="add mod">
          <ac:chgData name="Rigat, Fabio" userId="bd41367b-e3f3-4bb3-a8fa-0f5a0655ebaa" providerId="ADAL" clId="{70A44FA1-DA6C-48F5-B03D-8510F5258E96}" dt="2025-08-29T08:48:54.434" v="13" actId="255"/>
          <ac:spMkLst>
            <pc:docMk/>
            <pc:sldMk cId="231986476" sldId="2147481919"/>
            <ac:spMk id="9" creationId="{6D4EEF54-FDB1-4E9A-F4CD-8A608B8719ED}"/>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3131E8-FB12-410D-BF61-66026F4B99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F84DA3-B4E6-4214-A070-882C7BF7CE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FD0D9C-4FB5-4727-9E3D-4B02106E0BF8}" type="datetimeFigureOut">
              <a:rPr lang="en-US" smtClean="0"/>
              <a:t>8/29/2025</a:t>
            </a:fld>
            <a:endParaRPr lang="en-US"/>
          </a:p>
        </p:txBody>
      </p:sp>
      <p:sp>
        <p:nvSpPr>
          <p:cNvPr id="4" name="Footer Placeholder 3">
            <a:extLst>
              <a:ext uri="{FF2B5EF4-FFF2-40B4-BE49-F238E27FC236}">
                <a16:creationId xmlns:a16="http://schemas.microsoft.com/office/drawing/2014/main" id="{10B9E54A-6E6E-45BD-A700-6E2757729E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70E95B-A9AE-4EB9-81E6-ECFE9C38ED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95E8E-A04D-4A46-9BA0-C3F696754EF8}" type="slidenum">
              <a:rPr lang="en-US" smtClean="0"/>
              <a:t>‹#›</a:t>
            </a:fld>
            <a:endParaRPr lang="en-US"/>
          </a:p>
        </p:txBody>
      </p:sp>
    </p:spTree>
    <p:custDataLst>
      <p:tags r:id="rId2"/>
    </p:custDataLst>
    <p:extLst>
      <p:ext uri="{BB962C8B-B14F-4D97-AF65-F5344CB8AC3E}">
        <p14:creationId xmlns:p14="http://schemas.microsoft.com/office/powerpoint/2010/main" val="2858700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203200"/>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1"/>
            <a:ext cx="2971800" cy="203200"/>
          </a:xfrm>
          <a:prstGeom prst="rect">
            <a:avLst/>
          </a:prstGeom>
        </p:spPr>
        <p:txBody>
          <a:bodyPr vert="horz" lIns="91440" tIns="45720" rIns="91440" bIns="45720" rtlCol="0"/>
          <a:lstStyle>
            <a:lvl1pPr algn="r">
              <a:defRPr sz="800"/>
            </a:lvl1pPr>
          </a:lstStyle>
          <a:p>
            <a:fld id="{8336942B-E6A5-475C-AB1E-005DE3D92BF2}" type="datetimeFigureOut">
              <a:rPr lang="en-GB" smtClean="0"/>
              <a:pPr/>
              <a:t>29/08/2025</a:t>
            </a:fld>
            <a:endParaRPr lang="en-GB"/>
          </a:p>
        </p:txBody>
      </p:sp>
      <p:sp>
        <p:nvSpPr>
          <p:cNvPr id="4" name="Slide Image Placeholder 3"/>
          <p:cNvSpPr>
            <a:spLocks noGrp="1" noRot="1" noChangeAspect="1"/>
          </p:cNvSpPr>
          <p:nvPr>
            <p:ph type="sldImg" idx="2"/>
          </p:nvPr>
        </p:nvSpPr>
        <p:spPr>
          <a:xfrm>
            <a:off x="850498" y="299584"/>
            <a:ext cx="5157004" cy="2900816"/>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16114" y="3296783"/>
            <a:ext cx="6625772" cy="5629503"/>
          </a:xfrm>
          <a:prstGeom prst="rect">
            <a:avLst/>
          </a:prstGeom>
        </p:spPr>
        <p:txBody>
          <a:bodyPr vert="horz" lIns="0" tIns="0" rIns="0" bIns="0" numCol="1" spcCol="36000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969829"/>
            <a:ext cx="2971800" cy="174171"/>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969829"/>
            <a:ext cx="2971800" cy="174171"/>
          </a:xfrm>
          <a:prstGeom prst="rect">
            <a:avLst/>
          </a:prstGeom>
        </p:spPr>
        <p:txBody>
          <a:bodyPr vert="horz" lIns="91440" tIns="45720" rIns="91440" bIns="45720" rtlCol="0" anchor="b"/>
          <a:lstStyle>
            <a:lvl1pPr algn="r">
              <a:defRPr sz="800"/>
            </a:lvl1pPr>
          </a:lstStyle>
          <a:p>
            <a:fld id="{48857A81-DEF9-4B57-AC08-20326D7F815B}" type="slidenum">
              <a:rPr lang="en-GB" smtClean="0"/>
              <a:pPr/>
              <a:t>‹#›</a:t>
            </a:fld>
            <a:endParaRPr lang="en-GB"/>
          </a:p>
        </p:txBody>
      </p:sp>
    </p:spTree>
    <p:extLst>
      <p:ext uri="{BB962C8B-B14F-4D97-AF65-F5344CB8AC3E}">
        <p14:creationId xmlns:p14="http://schemas.microsoft.com/office/powerpoint/2010/main" val="187597517"/>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200"/>
      </a:spcAft>
      <a:buFont typeface="Arial" panose="020B0604020202020204" pitchFamily="34" charset="0"/>
      <a:buNone/>
      <a:defRPr sz="1000" kern="1200">
        <a:solidFill>
          <a:schemeClr val="tx1"/>
        </a:solidFill>
        <a:latin typeface="+mn-lt"/>
        <a:ea typeface="+mn-ea"/>
        <a:cs typeface="+mn-cs"/>
      </a:defRPr>
    </a:lvl1pPr>
    <a:lvl2pPr marL="252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2pPr>
    <a:lvl3pPr marL="396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3pPr>
    <a:lvl4pPr marL="540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4pPr>
    <a:lvl5pPr marL="684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48857A81-DEF9-4B57-AC08-20326D7F815B}" type="slidenum">
              <a:rPr lang="en-GB" smtClean="0"/>
              <a:pPr/>
              <a:t>1</a:t>
            </a:fld>
            <a:endParaRPr lang="en-GB"/>
          </a:p>
        </p:txBody>
      </p:sp>
    </p:spTree>
    <p:extLst>
      <p:ext uri="{BB962C8B-B14F-4D97-AF65-F5344CB8AC3E}">
        <p14:creationId xmlns:p14="http://schemas.microsoft.com/office/powerpoint/2010/main" val="2556250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99FAF-F0EE-BDE8-6EA8-1C8E7D020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43F0A-CB89-3743-506E-CDD171BD7037}"/>
              </a:ext>
            </a:extLst>
          </p:cNvPr>
          <p:cNvSpPr>
            <a:spLocks noGrp="1" noRot="1" noChangeAspect="1"/>
          </p:cNvSpPr>
          <p:nvPr>
            <p:ph type="sldImg"/>
          </p:nvPr>
        </p:nvSpPr>
        <p:spPr>
          <a:xfrm>
            <a:off x="850900" y="300038"/>
            <a:ext cx="5156200" cy="2900362"/>
          </a:xfrm>
        </p:spPr>
      </p:sp>
      <p:sp>
        <p:nvSpPr>
          <p:cNvPr id="3" name="Notes Placeholder 2">
            <a:extLst>
              <a:ext uri="{FF2B5EF4-FFF2-40B4-BE49-F238E27FC236}">
                <a16:creationId xmlns:a16="http://schemas.microsoft.com/office/drawing/2014/main" id="{1CC8E489-11A5-022F-5680-B9C11F48AA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b="1"/>
              <a:t>The Hallmarks of Cancer literature </a:t>
            </a:r>
            <a:r>
              <a:rPr lang="en-GB"/>
              <a:t>summarises common disruptions of cell physiology associated with cancer, providing potential mechanism of action for targeted therapy</a:t>
            </a:r>
            <a:endParaRPr lang="en-GB" b="1"/>
          </a:p>
        </p:txBody>
      </p:sp>
      <p:sp>
        <p:nvSpPr>
          <p:cNvPr id="4" name="Slide Number Placeholder 3">
            <a:extLst>
              <a:ext uri="{FF2B5EF4-FFF2-40B4-BE49-F238E27FC236}">
                <a16:creationId xmlns:a16="http://schemas.microsoft.com/office/drawing/2014/main" id="{21267D29-A0FF-1929-888D-E9617C1528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33101-28B9-4ECC-8F4D-0D1723D8BB30}" type="slidenum">
              <a:rPr kumimoji="0" lang="en-US"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182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76F76-E250-92FF-DAD0-2BB0DB165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2B9D1-987D-518C-6DF3-ADB0DAD1C29A}"/>
              </a:ext>
            </a:extLst>
          </p:cNvPr>
          <p:cNvSpPr>
            <a:spLocks noGrp="1" noRot="1" noChangeAspect="1"/>
          </p:cNvSpPr>
          <p:nvPr>
            <p:ph type="sldImg"/>
          </p:nvPr>
        </p:nvSpPr>
        <p:spPr>
          <a:xfrm>
            <a:off x="850900" y="300038"/>
            <a:ext cx="5156200" cy="2900362"/>
          </a:xfrm>
        </p:spPr>
      </p:sp>
      <p:sp>
        <p:nvSpPr>
          <p:cNvPr id="3" name="Notes Placeholder 2">
            <a:extLst>
              <a:ext uri="{FF2B5EF4-FFF2-40B4-BE49-F238E27FC236}">
                <a16:creationId xmlns:a16="http://schemas.microsoft.com/office/drawing/2014/main" id="{0C62617B-25CB-8EAD-0C65-AF8E35095BB8}"/>
              </a:ext>
            </a:extLst>
          </p:cNvPr>
          <p:cNvSpPr>
            <a:spLocks noGrp="1"/>
          </p:cNvSpPr>
          <p:nvPr>
            <p:ph type="body" idx="1"/>
          </p:nvPr>
        </p:nvSpPr>
        <p:spPr/>
        <p:txBody>
          <a:bodyPr/>
          <a:lstStyle/>
          <a:p>
            <a:r>
              <a:rPr lang="en-US"/>
              <a:t>Enterprise RA = 12.8 = 0.4 x 32</a:t>
            </a:r>
          </a:p>
        </p:txBody>
      </p:sp>
      <p:sp>
        <p:nvSpPr>
          <p:cNvPr id="4" name="Slide Number Placeholder 3">
            <a:extLst>
              <a:ext uri="{FF2B5EF4-FFF2-40B4-BE49-F238E27FC236}">
                <a16:creationId xmlns:a16="http://schemas.microsoft.com/office/drawing/2014/main" id="{D497C2F6-4FBB-B576-7DC1-D85887327D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33101-28B9-4ECC-8F4D-0D1723D8BB30}" type="slidenum">
              <a:rPr kumimoji="0" lang="en-US"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0353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70FD-85ED-D98F-5371-E9724A2A3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ED99E-99CE-CC16-6217-3BA49ED4CBD5}"/>
              </a:ext>
            </a:extLst>
          </p:cNvPr>
          <p:cNvSpPr>
            <a:spLocks noGrp="1" noRot="1" noChangeAspect="1"/>
          </p:cNvSpPr>
          <p:nvPr>
            <p:ph type="sldImg"/>
          </p:nvPr>
        </p:nvSpPr>
        <p:spPr>
          <a:xfrm>
            <a:off x="850900" y="300038"/>
            <a:ext cx="5156200" cy="2900362"/>
          </a:xfrm>
        </p:spPr>
      </p:sp>
      <p:sp>
        <p:nvSpPr>
          <p:cNvPr id="3" name="Notes Placeholder 2">
            <a:extLst>
              <a:ext uri="{FF2B5EF4-FFF2-40B4-BE49-F238E27FC236}">
                <a16:creationId xmlns:a16="http://schemas.microsoft.com/office/drawing/2014/main" id="{57235912-9CA3-69ED-4AF3-6BDB605D5D36}"/>
              </a:ext>
            </a:extLst>
          </p:cNvPr>
          <p:cNvSpPr>
            <a:spLocks noGrp="1"/>
          </p:cNvSpPr>
          <p:nvPr>
            <p:ph type="body" idx="1"/>
          </p:nvPr>
        </p:nvSpPr>
        <p:spPr/>
        <p:txBody>
          <a:bodyPr/>
          <a:lstStyle/>
          <a:p>
            <a:r>
              <a:rPr lang="en-US"/>
              <a:t>Enterprise RA = 12.8 = 0.4 x 32</a:t>
            </a:r>
          </a:p>
        </p:txBody>
      </p:sp>
      <p:sp>
        <p:nvSpPr>
          <p:cNvPr id="4" name="Slide Number Placeholder 3">
            <a:extLst>
              <a:ext uri="{FF2B5EF4-FFF2-40B4-BE49-F238E27FC236}">
                <a16:creationId xmlns:a16="http://schemas.microsoft.com/office/drawing/2014/main" id="{183AFE30-046E-AB0C-8B5B-04D6CA7D61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33101-28B9-4ECC-8F4D-0D1723D8BB30}" type="slidenum">
              <a:rPr kumimoji="0" lang="en-US"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6462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99D5-684E-08C5-29A9-D231727F5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6C25A-1859-F3D7-975B-FA545F45B5C2}"/>
              </a:ext>
            </a:extLst>
          </p:cNvPr>
          <p:cNvSpPr>
            <a:spLocks noGrp="1" noRot="1" noChangeAspect="1"/>
          </p:cNvSpPr>
          <p:nvPr>
            <p:ph type="sldImg"/>
          </p:nvPr>
        </p:nvSpPr>
        <p:spPr>
          <a:xfrm>
            <a:off x="850900" y="300038"/>
            <a:ext cx="5156200" cy="2900362"/>
          </a:xfrm>
        </p:spPr>
      </p:sp>
      <p:sp>
        <p:nvSpPr>
          <p:cNvPr id="3" name="Notes Placeholder 2">
            <a:extLst>
              <a:ext uri="{FF2B5EF4-FFF2-40B4-BE49-F238E27FC236}">
                <a16:creationId xmlns:a16="http://schemas.microsoft.com/office/drawing/2014/main" id="{A4F13261-5822-BBC2-EE6A-3FD7573DFC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DB77BA-12E6-1E05-1E89-CEDAE75F28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33101-28B9-4ECC-8F4D-0D1723D8BB30}" type="slidenum">
              <a:rPr kumimoji="0" lang="en-US"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7860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customXml" Target="../../customXml/item5.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customXml" Target="../../customXml/item6.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8.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6.xml"/><Relationship Id="rId1" Type="http://schemas.openxmlformats.org/officeDocument/2006/relationships/customXml" Target="../../customXml/item7.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8.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9.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51.xml"/><Relationship Id="rId4" Type="http://schemas.openxmlformats.org/officeDocument/2006/relationships/image" Target="../media/image2.svg"/></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4.xml"/><Relationship Id="rId1" Type="http://schemas.openxmlformats.org/officeDocument/2006/relationships/customXml" Target="../../customXml/item8.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6.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7.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8.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9.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60.xml"/></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61.xml"/><Relationship Id="rId1" Type="http://schemas.openxmlformats.org/officeDocument/2006/relationships/customXml" Target="../../customXml/item9.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4.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5.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6.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67.xml"/><Relationship Id="rId1" Type="http://schemas.openxmlformats.org/officeDocument/2006/relationships/customXml" Target="../../customXml/item10.xml"/></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slideMaster" Target="../slideMasters/slideMaster7.xml"/><Relationship Id="rId1" Type="http://schemas.openxmlformats.org/officeDocument/2006/relationships/tags" Target="../tags/tag69.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slideMaster" Target="../slideMasters/slideMaster7.xml"/><Relationship Id="rId1" Type="http://schemas.openxmlformats.org/officeDocument/2006/relationships/tags" Target="../tags/tag70.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slideMaster" Target="../slideMasters/slideMaster7.xml"/><Relationship Id="rId1" Type="http://schemas.openxmlformats.org/officeDocument/2006/relationships/tags" Target="../tags/tag7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slideMaster" Target="../slideMasters/slideMaster7.xml"/><Relationship Id="rId1" Type="http://schemas.openxmlformats.org/officeDocument/2006/relationships/tags" Target="../tags/tag7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73.xml"/><Relationship Id="rId1" Type="http://schemas.openxmlformats.org/officeDocument/2006/relationships/customXml" Target="../../customXml/item11.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5.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6.xml"/></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77.xml"/><Relationship Id="rId1" Type="http://schemas.openxmlformats.org/officeDocument/2006/relationships/customXml" Target="../../customXml/item12.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79.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0.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1.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2.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3.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4.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5.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6.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7.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8.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9.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90.xml"/></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91.xml"/><Relationship Id="rId1" Type="http://schemas.openxmlformats.org/officeDocument/2006/relationships/customXml" Target="../../customXml/item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64"/>
            <a:ext cx="1828800" cy="207749"/>
          </a:xfrm>
        </p:spPr>
        <p:txBody>
          <a:bodyPr wrap="square" lIns="0" bIns="0">
            <a:spAutoFit/>
          </a:bodyPr>
          <a:lstStyle>
            <a:lvl1pPr algn="l">
              <a:lnSpc>
                <a:spcPct val="100000"/>
              </a:lnSpc>
              <a:defRPr/>
            </a:lvl1pPr>
          </a:lstStyle>
          <a:p>
            <a:endParaRPr lang="en-GB"/>
          </a:p>
        </p:txBody>
      </p:sp>
      <p:sp>
        <p:nvSpPr>
          <p:cNvPr id="8" name="Text Placeholder 7">
            <a:extLst>
              <a:ext uri="{FF2B5EF4-FFF2-40B4-BE49-F238E27FC236}">
                <a16:creationId xmlns:a16="http://schemas.microsoft.com/office/drawing/2014/main" id="{7468ED59-10F2-418A-8E8D-5A205AB6BDFD}"/>
              </a:ext>
            </a:extLst>
          </p:cNvPr>
          <p:cNvSpPr>
            <a:spLocks noGrp="1"/>
          </p:cNvSpPr>
          <p:nvPr>
            <p:ph type="body" sz="quarter" idx="27" hasCustomPrompt="1"/>
          </p:nvPr>
        </p:nvSpPr>
        <p:spPr>
          <a:xfrm>
            <a:off x="1219200" y="6349213"/>
            <a:ext cx="4876799"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1" y="1793325"/>
            <a:ext cx="4876799" cy="2649135"/>
          </a:xfrm>
        </p:spPr>
        <p:txBody>
          <a:bodyPr anchor="b" anchorCtr="0">
            <a:normAutofit/>
          </a:bodyPr>
          <a:lstStyle>
            <a:lvl1pPr>
              <a:lnSpc>
                <a:spcPct val="100000"/>
              </a:lnSpc>
              <a:defRPr sz="4000">
                <a:solidFill>
                  <a:schemeClr val="accent1"/>
                </a:solidFill>
              </a:defRPr>
            </a:lvl1pPr>
          </a:lstStyle>
          <a:p>
            <a:r>
              <a:rPr lang="en-US"/>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705600" y="0"/>
            <a:ext cx="5486400" cy="6858000"/>
          </a:xfrm>
          <a:prstGeom prst="rect">
            <a:avLst/>
          </a:prstGeom>
          <a:solidFill>
            <a:schemeClr val="bg2">
              <a:lumMod val="40000"/>
              <a:lumOff val="60000"/>
            </a:schemeClr>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0" y="4594860"/>
            <a:ext cx="4876799" cy="1241804"/>
          </a:xfrm>
          <a:prstGeom prst="rect">
            <a:avLst/>
          </a:prstGeom>
        </p:spPr>
        <p:txBody>
          <a:bodyPr lIns="0" tIns="0" rIns="0" bIns="0">
            <a:normAutofit/>
          </a:bodyPr>
          <a:lstStyle>
            <a:lvl1pPr marL="0" indent="0">
              <a:lnSpc>
                <a:spcPct val="100000"/>
              </a:lnSpc>
              <a:buNone/>
              <a:defRPr sz="2400">
                <a:solidFill>
                  <a:schemeClr val="tx1"/>
                </a:solidFill>
              </a:defRPr>
            </a:lvl1pPr>
          </a:lstStyle>
          <a:p>
            <a:pPr lvl="0"/>
            <a:r>
              <a:rPr lang="en-US"/>
              <a:t>Click to add subtitle / presenters</a:t>
            </a:r>
          </a:p>
        </p:txBody>
      </p:sp>
      <p:sp>
        <p:nvSpPr>
          <p:cNvPr id="15" name="Freeform: Shape 14">
            <a:extLst>
              <a:ext uri="{FF2B5EF4-FFF2-40B4-BE49-F238E27FC236}">
                <a16:creationId xmlns:a16="http://schemas.microsoft.com/office/drawing/2014/main" id="{72260595-7C87-4D29-977E-EE25A0D9291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4" name="Oval 13">
            <a:extLst>
              <a:ext uri="{FF2B5EF4-FFF2-40B4-BE49-F238E27FC236}">
                <a16:creationId xmlns:a16="http://schemas.microsoft.com/office/drawing/2014/main" id="{E4809C05-E460-4D1A-BC84-C63C988F5D2D}"/>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11" name="Rectangle 10">
            <a:extLst>
              <a:ext uri="{FF2B5EF4-FFF2-40B4-BE49-F238E27FC236}">
                <a16:creationId xmlns:a16="http://schemas.microsoft.com/office/drawing/2014/main" id="{E615AFDE-47EA-B9B3-CDD0-170ACBAE9885}"/>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Tree>
    <p:custDataLst>
      <p:tags r:id="rId1"/>
    </p:custDataLst>
    <p:extLst>
      <p:ext uri="{BB962C8B-B14F-4D97-AF65-F5344CB8AC3E}">
        <p14:creationId xmlns:p14="http://schemas.microsoft.com/office/powerpoint/2010/main" val="28487002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p>
            <a:r>
              <a:rPr lang="en-US"/>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98371333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n Lens">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DFE25DB2-F58D-4AD2-B640-7A1061569FFB}"/>
              </a:ext>
            </a:extLst>
          </p:cNvPr>
          <p:cNvSpPr>
            <a:spLocks noGrp="1"/>
          </p:cNvSpPr>
          <p:nvPr>
            <p:ph type="body" sz="quarter" idx="111" hasCustomPrompt="1"/>
          </p:nvPr>
        </p:nvSpPr>
        <p:spPr>
          <a:xfrm>
            <a:off x="5486400" y="6200775"/>
            <a:ext cx="48767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10" name="Date Placeholder 9">
            <a:extLst>
              <a:ext uri="{FF2B5EF4-FFF2-40B4-BE49-F238E27FC236}">
                <a16:creationId xmlns:a16="http://schemas.microsoft.com/office/drawing/2014/main" id="{59C580CE-4074-4379-8D68-E5118B13A13A}"/>
              </a:ext>
            </a:extLst>
          </p:cNvPr>
          <p:cNvSpPr>
            <a:spLocks noGrp="1"/>
          </p:cNvSpPr>
          <p:nvPr>
            <p:ph type="dt" sz="half" idx="20"/>
          </p:nvPr>
        </p:nvSpPr>
        <p:spPr/>
        <p:txBody>
          <a:bodyPr/>
          <a:lstStyle>
            <a:lvl1pPr>
              <a:lnSpc>
                <a:spcPct val="100000"/>
              </a:lnSpc>
              <a:defRPr/>
            </a:lvl1pPr>
          </a:lstStyle>
          <a:p>
            <a:endParaRPr lang="en-GB"/>
          </a:p>
        </p:txBody>
      </p:sp>
      <p:sp>
        <p:nvSpPr>
          <p:cNvPr id="2" name="Rectangle 1">
            <a:extLst>
              <a:ext uri="{FF2B5EF4-FFF2-40B4-BE49-F238E27FC236}">
                <a16:creationId xmlns:a16="http://schemas.microsoft.com/office/drawing/2014/main" id="{36FAF170-FDDE-1344-54BF-D168FE796F71}"/>
              </a:ext>
            </a:extLst>
          </p:cNvPr>
          <p:cNvSpPr/>
          <p:nvPr userDrawn="1"/>
        </p:nvSpPr>
        <p:spPr>
          <a:xfrm>
            <a:off x="1" y="0"/>
            <a:ext cx="609598"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12" name="Title 11">
            <a:extLst>
              <a:ext uri="{FF2B5EF4-FFF2-40B4-BE49-F238E27FC236}">
                <a16:creationId xmlns:a16="http://schemas.microsoft.com/office/drawing/2014/main" id="{CD0FA13F-5B1F-4795-B0E7-3E97B5D8E071}"/>
              </a:ext>
            </a:extLst>
          </p:cNvPr>
          <p:cNvSpPr>
            <a:spLocks noGrp="1"/>
          </p:cNvSpPr>
          <p:nvPr>
            <p:ph type="title" hasCustomPrompt="1"/>
          </p:nvPr>
        </p:nvSpPr>
        <p:spPr>
          <a:xfrm>
            <a:off x="609599" y="-2"/>
            <a:ext cx="4267201" cy="6858001"/>
          </a:xfrm>
          <a:prstGeom prst="rect">
            <a:avLst/>
          </a:prstGeom>
          <a:solidFill>
            <a:schemeClr val="accent1"/>
          </a:solidFill>
        </p:spPr>
        <p:txBody>
          <a:bodyPr wrap="square" lIns="306000" tIns="360000" rIns="306000" bIns="360000" anchor="t" anchorCtr="0">
            <a:normAutofit/>
          </a:bodyPr>
          <a:lstStyle>
            <a:lvl1pPr>
              <a:lnSpc>
                <a:spcPct val="100000"/>
              </a:lnSpc>
              <a:defRPr sz="4000">
                <a:solidFill>
                  <a:schemeClr val="bg1"/>
                </a:solidFill>
              </a:defRPr>
            </a:lvl1pPr>
          </a:lstStyle>
          <a:p>
            <a:r>
              <a:rPr lang="en-US"/>
              <a:t>Click to enter title here</a:t>
            </a:r>
          </a:p>
        </p:txBody>
      </p:sp>
      <p:sp>
        <p:nvSpPr>
          <p:cNvPr id="4" name="Content Placeholder 3">
            <a:extLst>
              <a:ext uri="{FF2B5EF4-FFF2-40B4-BE49-F238E27FC236}">
                <a16:creationId xmlns:a16="http://schemas.microsoft.com/office/drawing/2014/main" id="{75A4EBE2-41F7-48F4-B525-605699ECF92F}"/>
              </a:ext>
            </a:extLst>
          </p:cNvPr>
          <p:cNvSpPr>
            <a:spLocks noGrp="1"/>
          </p:cNvSpPr>
          <p:nvPr>
            <p:ph sz="quarter" idx="19" hasCustomPrompt="1"/>
          </p:nvPr>
        </p:nvSpPr>
        <p:spPr>
          <a:xfrm>
            <a:off x="5486400" y="404813"/>
            <a:ext cx="6096000" cy="5796000"/>
          </a:xfrm>
        </p:spPr>
        <p:txBody>
          <a:bodyPr/>
          <a:lstStyle>
            <a:lvl1pPr>
              <a:lnSpc>
                <a:spcPct val="100000"/>
              </a:lnSpc>
              <a:defRPr/>
            </a:lvl1pPr>
            <a:lvl2pPr marL="460800" indent="-228600">
              <a:lnSpc>
                <a:spcPct val="100000"/>
              </a:lnSpc>
              <a:defRPr lang="en-US" sz="2400" kern="1200" dirty="0">
                <a:solidFill>
                  <a:schemeClr val="tx1"/>
                </a:solidFill>
                <a:latin typeface="+mn-lt"/>
                <a:ea typeface="+mn-ea"/>
                <a:cs typeface="+mn-cs"/>
              </a:defRPr>
            </a:lvl2pPr>
            <a:lvl3pPr marL="691200" indent="-228600">
              <a:lnSpc>
                <a:spcPct val="100000"/>
              </a:lnSpc>
              <a:defRPr lang="en-US" sz="2000" kern="1200" dirty="0">
                <a:solidFill>
                  <a:schemeClr val="tx1"/>
                </a:solidFill>
                <a:latin typeface="+mn-lt"/>
                <a:ea typeface="+mn-ea"/>
                <a:cs typeface="+mn-cs"/>
              </a:defRPr>
            </a:lvl3pPr>
            <a:lvl4pPr marL="921600" indent="-2286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D2C25B5D-B685-4B55-8498-3486110FDCFE}"/>
              </a:ext>
            </a:extLst>
          </p:cNvPr>
          <p:cNvSpPr>
            <a:spLocks noGrp="1"/>
          </p:cNvSpPr>
          <p:nvPr>
            <p:ph type="sldNum" sz="quarter" idx="2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202858043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41CC83E6-E70E-43EE-817C-4F68FB75EFD9}"/>
              </a:ext>
            </a:extLst>
          </p:cNvPr>
          <p:cNvSpPr>
            <a:spLocks noGrp="1"/>
          </p:cNvSpPr>
          <p:nvPr>
            <p:ph type="dt" sz="half" idx="35"/>
          </p:nvPr>
        </p:nvSpPr>
        <p:spPr>
          <a:noFill/>
        </p:spPr>
        <p:txBody>
          <a:bodyPr/>
          <a:lstStyle>
            <a:lvl1pPr>
              <a:lnSpc>
                <a:spcPct val="100000"/>
              </a:lnSpc>
              <a:defRPr>
                <a:solidFill>
                  <a:schemeClr val="bg1"/>
                </a:solidFill>
              </a:defRPr>
            </a:lvl1pPr>
          </a:lstStyle>
          <a:p>
            <a:endParaRPr lang="en-GB"/>
          </a:p>
        </p:txBody>
      </p:sp>
      <p:sp>
        <p:nvSpPr>
          <p:cNvPr id="22" name="Picture Placeholder 21">
            <a:extLst>
              <a:ext uri="{FF2B5EF4-FFF2-40B4-BE49-F238E27FC236}">
                <a16:creationId xmlns:a16="http://schemas.microsoft.com/office/drawing/2014/main" id="{0486192A-3DB1-49EB-9B2C-D5E68AF24B1A}"/>
              </a:ext>
            </a:extLst>
          </p:cNvPr>
          <p:cNvSpPr>
            <a:spLocks noGrp="1"/>
          </p:cNvSpPr>
          <p:nvPr>
            <p:ph type="pic" sz="quarter" idx="36" hasCustomPrompt="1"/>
          </p:nvPr>
        </p:nvSpPr>
        <p:spPr>
          <a:xfrm>
            <a:off x="609600" y="-1"/>
            <a:ext cx="4267200" cy="6858001"/>
          </a:xfrm>
          <a:prstGeom prst="rect">
            <a:avLst/>
          </a:prstGeom>
          <a:solidFill>
            <a:schemeClr val="bg2">
              <a:lumMod val="40000"/>
              <a:lumOff val="60000"/>
            </a:schemeClr>
          </a:solidFill>
        </p:spPr>
        <p:txBody>
          <a:bodyPr wrap="square" tIns="360000" bIns="1404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3" name="Title 12">
            <a:extLst>
              <a:ext uri="{FF2B5EF4-FFF2-40B4-BE49-F238E27FC236}">
                <a16:creationId xmlns:a16="http://schemas.microsoft.com/office/drawing/2014/main" id="{4447ADDD-920E-4BEB-819B-9759B3CF06AB}"/>
              </a:ext>
            </a:extLst>
          </p:cNvPr>
          <p:cNvSpPr>
            <a:spLocks noGrp="1"/>
          </p:cNvSpPr>
          <p:nvPr>
            <p:ph type="title" hasCustomPrompt="1"/>
          </p:nvPr>
        </p:nvSpPr>
        <p:spPr>
          <a:xfrm>
            <a:off x="5486400" y="2612570"/>
            <a:ext cx="6095999" cy="1829883"/>
          </a:xfrm>
          <a:prstGeom prst="rect">
            <a:avLst/>
          </a:prstGeom>
          <a:noFill/>
        </p:spPr>
        <p:txBody>
          <a:bodyPr wrap="square" lIns="0" tIns="0" rIns="0" bIns="0" anchor="b" anchorCtr="0">
            <a:normAutofit/>
          </a:bodyPr>
          <a:lstStyle>
            <a:lvl1pPr>
              <a:lnSpc>
                <a:spcPct val="100000"/>
              </a:lnSpc>
              <a:defRPr sz="4000">
                <a:solidFill>
                  <a:schemeClr val="bg1"/>
                </a:solidFill>
              </a:defRPr>
            </a:lvl1pPr>
          </a:lstStyle>
          <a:p>
            <a:r>
              <a:rPr lang="en-US"/>
              <a:t>Click to enter</a:t>
            </a:r>
            <a:br>
              <a:rPr lang="en-US"/>
            </a:br>
            <a:r>
              <a:rPr lang="en-US"/>
              <a:t>section title here</a:t>
            </a:r>
            <a:endParaRPr lang="en-GB"/>
          </a:p>
        </p:txBody>
      </p:sp>
      <p:sp>
        <p:nvSpPr>
          <p:cNvPr id="5" name="Text Placeholder 4">
            <a:extLst>
              <a:ext uri="{FF2B5EF4-FFF2-40B4-BE49-F238E27FC236}">
                <a16:creationId xmlns:a16="http://schemas.microsoft.com/office/drawing/2014/main" id="{D60AE4F3-AAA3-4B8D-A01A-1FF9B8F9F42A}"/>
              </a:ext>
            </a:extLst>
          </p:cNvPr>
          <p:cNvSpPr>
            <a:spLocks noGrp="1"/>
          </p:cNvSpPr>
          <p:nvPr>
            <p:ph type="body" sz="quarter" idx="33" hasCustomPrompt="1"/>
          </p:nvPr>
        </p:nvSpPr>
        <p:spPr>
          <a:xfrm>
            <a:off x="5486400" y="2093120"/>
            <a:ext cx="1219200" cy="367044"/>
          </a:xfrm>
          <a:prstGeom prst="rect">
            <a:avLst/>
          </a:prstGeom>
          <a:noFill/>
        </p:spPr>
        <p:txBody>
          <a:bodyPr wrap="square" bIns="0" anchor="ctr" anchorCtr="0">
            <a:noAutofit/>
          </a:bodyPr>
          <a:lstStyle>
            <a:lvl1pPr marL="0" indent="0" algn="l">
              <a:lnSpc>
                <a:spcPct val="100000"/>
              </a:lnSpc>
              <a:spcBef>
                <a:spcPts val="0"/>
              </a:spcBef>
              <a:spcAft>
                <a:spcPts val="0"/>
              </a:spcAft>
              <a:buNone/>
              <a:defRPr sz="4000" b="0">
                <a:solidFill>
                  <a:schemeClr val="bg1"/>
                </a:solidFill>
                <a:latin typeface="+mj-lt"/>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a:t>
            </a:r>
          </a:p>
        </p:txBody>
      </p:sp>
      <p:sp>
        <p:nvSpPr>
          <p:cNvPr id="8" name="Text Placeholder 7">
            <a:extLst>
              <a:ext uri="{FF2B5EF4-FFF2-40B4-BE49-F238E27FC236}">
                <a16:creationId xmlns:a16="http://schemas.microsoft.com/office/drawing/2014/main" id="{45758FA1-2B23-4C7E-97FD-FBA94AB3853B}"/>
              </a:ext>
            </a:extLst>
          </p:cNvPr>
          <p:cNvSpPr>
            <a:spLocks noGrp="1"/>
          </p:cNvSpPr>
          <p:nvPr>
            <p:ph type="body" sz="quarter" idx="34" hasCustomPrompt="1"/>
          </p:nvPr>
        </p:nvSpPr>
        <p:spPr>
          <a:xfrm>
            <a:off x="5486400" y="4594860"/>
            <a:ext cx="6095999" cy="1604328"/>
          </a:xfrm>
          <a:prstGeom prst="rect">
            <a:avLst/>
          </a:prstGeom>
          <a:noFill/>
        </p:spPr>
        <p:txBody>
          <a:bodyPr lIns="0"/>
          <a:lstStyle>
            <a:lvl1pPr marL="0" indent="0">
              <a:lnSpc>
                <a:spcPct val="100000"/>
              </a:lnSpc>
              <a:buNone/>
              <a:defRPr>
                <a:solidFill>
                  <a:schemeClr val="bg1"/>
                </a:solidFill>
              </a:defRPr>
            </a:lvl1pPr>
            <a:lvl5pPr>
              <a:defRPr/>
            </a:lvl5pPr>
          </a:lstStyle>
          <a:p>
            <a:pPr lvl="0"/>
            <a:r>
              <a:rPr lang="en-US"/>
              <a:t>Click to add subtitle / presenter name(s)</a:t>
            </a:r>
          </a:p>
        </p:txBody>
      </p:sp>
      <p:sp>
        <p:nvSpPr>
          <p:cNvPr id="2" name="Rectangle 1">
            <a:extLst>
              <a:ext uri="{FF2B5EF4-FFF2-40B4-BE49-F238E27FC236}">
                <a16:creationId xmlns:a16="http://schemas.microsoft.com/office/drawing/2014/main" id="{66C8FFD6-F80A-6FE7-F2DA-B84894F847B1}"/>
              </a:ext>
            </a:extLst>
          </p:cNvPr>
          <p:cNvSpPr/>
          <p:nvPr userDrawn="1"/>
        </p:nvSpPr>
        <p:spPr>
          <a:xfrm>
            <a:off x="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3" name="Slide Number Placeholder 2">
            <a:extLst>
              <a:ext uri="{FF2B5EF4-FFF2-40B4-BE49-F238E27FC236}">
                <a16:creationId xmlns:a16="http://schemas.microsoft.com/office/drawing/2014/main" id="{5022EE6A-C1CE-C4DD-14D1-07032B63EEDD}"/>
              </a:ext>
            </a:extLst>
          </p:cNvPr>
          <p:cNvSpPr>
            <a:spLocks noGrp="1"/>
          </p:cNvSpPr>
          <p:nvPr>
            <p:ph type="sldNum" sz="quarter" idx="37"/>
          </p:nvPr>
        </p:nvSpPr>
        <p:spPr/>
        <p:txBody>
          <a:bodyPr/>
          <a:lstStyle>
            <a:lvl1pPr>
              <a:defRPr>
                <a:solidFill>
                  <a:schemeClr val="bg1"/>
                </a:solidFill>
              </a:defRPr>
            </a:lvl1pPr>
          </a:lstStyle>
          <a:p>
            <a:fld id="{F8E47D07-9D1E-4FE9-B31A-2F5863681021}" type="slidenum">
              <a:rPr lang="en-GB" smtClean="0"/>
              <a:pPr/>
              <a:t>‹#›</a:t>
            </a:fld>
            <a:endParaRPr lang="en-GB"/>
          </a:p>
        </p:txBody>
      </p:sp>
    </p:spTree>
    <p:custDataLst>
      <p:tags r:id="rId1"/>
    </p:custData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Statement">
    <p:bg>
      <p:bgPr>
        <a:solidFill>
          <a:schemeClr val="accent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ED79329-DEE2-6B5B-9C1F-745C3F420C2C}"/>
              </a:ext>
            </a:extLst>
          </p:cNvPr>
          <p:cNvSpPr>
            <a:spLocks noGrp="1"/>
          </p:cNvSpPr>
          <p:nvPr>
            <p:ph type="dt" sz="half" idx="10"/>
          </p:nvPr>
        </p:nvSpPr>
        <p:spPr/>
        <p:txBody>
          <a:bodyPr/>
          <a:lstStyle>
            <a:lvl1pPr>
              <a:defRPr>
                <a:solidFill>
                  <a:schemeClr val="bg1"/>
                </a:solidFill>
              </a:defRPr>
            </a:lvl1pPr>
          </a:lstStyle>
          <a:p>
            <a:endParaRPr lang="en-GB"/>
          </a:p>
        </p:txBody>
      </p:sp>
      <p:sp>
        <p:nvSpPr>
          <p:cNvPr id="4" name="Rectangle 3">
            <a:extLst>
              <a:ext uri="{FF2B5EF4-FFF2-40B4-BE49-F238E27FC236}">
                <a16:creationId xmlns:a16="http://schemas.microsoft.com/office/drawing/2014/main" id="{4CCA696F-FE62-7DC6-CF45-AC2C07C7F1E1}"/>
              </a:ext>
            </a:extLst>
          </p:cNvPr>
          <p:cNvSpPr/>
          <p:nvPr userDrawn="1"/>
        </p:nvSpPr>
        <p:spPr>
          <a:xfrm>
            <a:off x="0" y="0"/>
            <a:ext cx="609601"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2" name="Title 1">
            <a:extLst>
              <a:ext uri="{FF2B5EF4-FFF2-40B4-BE49-F238E27FC236}">
                <a16:creationId xmlns:a16="http://schemas.microsoft.com/office/drawing/2014/main" id="{FEDCFFF0-7218-4B33-8DFC-E37157D920C0}"/>
              </a:ext>
            </a:extLst>
          </p:cNvPr>
          <p:cNvSpPr>
            <a:spLocks noGrp="1"/>
          </p:cNvSpPr>
          <p:nvPr>
            <p:ph type="title" hasCustomPrompt="1"/>
          </p:nvPr>
        </p:nvSpPr>
        <p:spPr>
          <a:xfrm>
            <a:off x="1219199" y="1847640"/>
            <a:ext cx="10363199" cy="3162720"/>
          </a:xfrm>
          <a:prstGeom prst="rect">
            <a:avLst/>
          </a:prstGeom>
          <a:noFill/>
        </p:spPr>
        <p:txBody>
          <a:bodyPr lIns="576000" rIns="576000" anchor="ctr" anchorCtr="0">
            <a:normAutofit/>
          </a:bodyPr>
          <a:lstStyle>
            <a:lvl1pPr algn="ctr">
              <a:lnSpc>
                <a:spcPct val="100000"/>
              </a:lnSpc>
              <a:defRPr sz="4000">
                <a:solidFill>
                  <a:schemeClr val="bg1"/>
                </a:solidFill>
              </a:defRPr>
            </a:lvl1pPr>
          </a:lstStyle>
          <a:p>
            <a:r>
              <a:rPr lang="en-US"/>
              <a:t>Click to add key statement</a:t>
            </a:r>
          </a:p>
        </p:txBody>
      </p:sp>
      <p:sp>
        <p:nvSpPr>
          <p:cNvPr id="6" name="Text Placeholder 30">
            <a:extLst>
              <a:ext uri="{FF2B5EF4-FFF2-40B4-BE49-F238E27FC236}">
                <a16:creationId xmlns:a16="http://schemas.microsoft.com/office/drawing/2014/main" id="{5D26F7D8-035B-2F1A-15EB-A70A1725659A}"/>
              </a:ext>
            </a:extLst>
          </p:cNvPr>
          <p:cNvSpPr txBox="1">
            <a:spLocks/>
          </p:cNvSpPr>
          <p:nvPr userDrawn="1"/>
        </p:nvSpPr>
        <p:spPr>
          <a:xfrm>
            <a:off x="11704319" y="6321108"/>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solidFill>
                  <a:schemeClr val="bg1"/>
                </a:solidFill>
              </a:rPr>
              <a:t> </a:t>
            </a:r>
          </a:p>
        </p:txBody>
      </p:sp>
      <p:sp>
        <p:nvSpPr>
          <p:cNvPr id="8" name="Slide Number Placeholder 7">
            <a:extLst>
              <a:ext uri="{FF2B5EF4-FFF2-40B4-BE49-F238E27FC236}">
                <a16:creationId xmlns:a16="http://schemas.microsoft.com/office/drawing/2014/main" id="{D972FF70-061B-854A-B511-EE108BDB1AD0}"/>
              </a:ext>
            </a:extLst>
          </p:cNvPr>
          <p:cNvSpPr>
            <a:spLocks noGrp="1"/>
          </p:cNvSpPr>
          <p:nvPr>
            <p:ph type="sldNum" sz="quarter" idx="11"/>
          </p:nvPr>
        </p:nvSpPr>
        <p:spPr/>
        <p:txBody>
          <a:bodyPr/>
          <a:lstStyle>
            <a:lvl1pPr>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421480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96">
            <a:extLst>
              <a:ext uri="{FF2B5EF4-FFF2-40B4-BE49-F238E27FC236}">
                <a16:creationId xmlns:a16="http://schemas.microsoft.com/office/drawing/2014/main" id="{462FAF15-0CB5-418E-A59C-EA8FADE526AE}"/>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8" name="Date Placeholder 7">
            <a:extLst>
              <a:ext uri="{FF2B5EF4-FFF2-40B4-BE49-F238E27FC236}">
                <a16:creationId xmlns:a16="http://schemas.microsoft.com/office/drawing/2014/main" id="{11075AA4-1FA9-4704-A587-D8E88C1D1EF9}"/>
              </a:ext>
            </a:extLst>
          </p:cNvPr>
          <p:cNvSpPr>
            <a:spLocks noGrp="1"/>
          </p:cNvSpPr>
          <p:nvPr>
            <p:ph type="dt" sz="half" idx="10"/>
          </p:nvPr>
        </p:nvSpPr>
        <p:spPr/>
        <p:txBody>
          <a:bodyPr/>
          <a:lstStyle>
            <a:lvl1pPr>
              <a:lnSpc>
                <a:spcPct val="100000"/>
              </a:lnSpc>
              <a:defRPr/>
            </a:lvl1pPr>
          </a:lstStyle>
          <a:p>
            <a:endParaRPr lang="en-GB"/>
          </a:p>
        </p:txBody>
      </p:sp>
      <p:sp>
        <p:nvSpPr>
          <p:cNvPr id="11" name="Slide Number Placeholder 10">
            <a:extLst>
              <a:ext uri="{FF2B5EF4-FFF2-40B4-BE49-F238E27FC236}">
                <a16:creationId xmlns:a16="http://schemas.microsoft.com/office/drawing/2014/main" id="{A7BF9FC5-73CA-47D5-891A-42CBDE79952C}"/>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210C8DA3-851F-55FD-7B74-6FCAE0E03C6E}"/>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192688101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96">
            <a:extLst>
              <a:ext uri="{FF2B5EF4-FFF2-40B4-BE49-F238E27FC236}">
                <a16:creationId xmlns:a16="http://schemas.microsoft.com/office/drawing/2014/main" id="{5D317BC2-3CD5-4931-93AD-CC95F2C50D24}"/>
              </a:ext>
            </a:extLst>
          </p:cNvPr>
          <p:cNvSpPr>
            <a:spLocks noGrp="1"/>
          </p:cNvSpPr>
          <p:nvPr>
            <p:ph type="body" sz="quarter" idx="111" hasCustomPrompt="1"/>
          </p:nvPr>
        </p:nvSpPr>
        <p:spPr>
          <a:xfrm>
            <a:off x="609600" y="6200775"/>
            <a:ext cx="9528175"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9" name="Date Placeholder 8">
            <a:extLst>
              <a:ext uri="{FF2B5EF4-FFF2-40B4-BE49-F238E27FC236}">
                <a16:creationId xmlns:a16="http://schemas.microsoft.com/office/drawing/2014/main" id="{9B03F247-4297-4973-90A3-0193475AC741}"/>
              </a:ext>
            </a:extLst>
          </p:cNvPr>
          <p:cNvSpPr>
            <a:spLocks noGrp="1"/>
          </p:cNvSpPr>
          <p:nvPr>
            <p:ph type="dt" sz="half" idx="10"/>
          </p:nvPr>
        </p:nvSpPr>
        <p:spPr/>
        <p:txBody>
          <a:bodyPr/>
          <a:lstStyle>
            <a:lvl1pPr>
              <a:lnSpc>
                <a:spcPct val="100000"/>
              </a:lnSpc>
              <a:defRPr/>
            </a:lvl1pPr>
          </a:lstStyle>
          <a:p>
            <a:endParaRPr lang="en-GB"/>
          </a:p>
        </p:txBody>
      </p:sp>
      <p:sp>
        <p:nvSpPr>
          <p:cNvPr id="11" name="Slide Number Placeholder 10">
            <a:extLst>
              <a:ext uri="{FF2B5EF4-FFF2-40B4-BE49-F238E27FC236}">
                <a16:creationId xmlns:a16="http://schemas.microsoft.com/office/drawing/2014/main" id="{E358DA9E-BDF5-4DC7-B478-434301DA6253}"/>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19082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identiality Notic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48B27A-10B7-4200-88E7-16263562F97B}"/>
              </a:ext>
            </a:extLst>
          </p:cNvPr>
          <p:cNvSpPr txBox="1"/>
          <p:nvPr userDrawn="1"/>
        </p:nvSpPr>
        <p:spPr>
          <a:xfrm>
            <a:off x="609600" y="4731068"/>
            <a:ext cx="7924800" cy="1523494"/>
          </a:xfrm>
          <a:prstGeom prst="rect">
            <a:avLst/>
          </a:prstGeom>
          <a:noFill/>
        </p:spPr>
        <p:txBody>
          <a:bodyPr wrap="square" lIns="0" tIns="0" rIns="0" bIns="0" rtlCol="0">
            <a:spAutoFit/>
          </a:bodyPr>
          <a:lstStyle/>
          <a:p>
            <a:pPr marL="12700">
              <a:lnSpc>
                <a:spcPct val="100000"/>
              </a:lnSpc>
              <a:spcBef>
                <a:spcPts val="100"/>
              </a:spcBef>
            </a:pPr>
            <a:r>
              <a:rPr lang="en-US" sz="1200" b="1" spc="-5">
                <a:solidFill>
                  <a:schemeClr val="tx1"/>
                </a:solidFill>
                <a:latin typeface="+mn-lt"/>
                <a:cs typeface="Arial"/>
              </a:rPr>
              <a:t>Confidentiality</a:t>
            </a:r>
            <a:r>
              <a:rPr lang="en-US" sz="1200" b="1" spc="-10">
                <a:solidFill>
                  <a:schemeClr val="tx1"/>
                </a:solidFill>
                <a:latin typeface="+mn-lt"/>
                <a:cs typeface="Arial"/>
              </a:rPr>
              <a:t> </a:t>
            </a:r>
            <a:r>
              <a:rPr lang="en-US" sz="1200" b="1" spc="-5">
                <a:solidFill>
                  <a:schemeClr val="tx1"/>
                </a:solidFill>
                <a:latin typeface="+mn-lt"/>
                <a:cs typeface="Arial"/>
              </a:rPr>
              <a:t>Notice</a:t>
            </a:r>
            <a:endParaRPr lang="en-US" sz="1200">
              <a:solidFill>
                <a:schemeClr val="tx1"/>
              </a:solidFill>
              <a:latin typeface="+mn-lt"/>
              <a:cs typeface="Arial"/>
            </a:endParaRPr>
          </a:p>
          <a:p>
            <a:pPr marL="26670" marR="5080">
              <a:lnSpc>
                <a:spcPct val="100000"/>
              </a:lnSpc>
              <a:spcBef>
                <a:spcPts val="780"/>
              </a:spcBef>
            </a:pPr>
            <a:r>
              <a:rPr lang="en-US" sz="1200" spc="5">
                <a:solidFill>
                  <a:schemeClr val="tx1"/>
                </a:solidFill>
                <a:latin typeface="+mn-lt"/>
                <a:cs typeface="Arial"/>
              </a:rPr>
              <a:t>This </a:t>
            </a:r>
            <a:r>
              <a:rPr lang="en-US" sz="1200">
                <a:solidFill>
                  <a:schemeClr val="tx1"/>
                </a:solidFill>
                <a:latin typeface="+mn-lt"/>
                <a:cs typeface="Arial"/>
              </a:rPr>
              <a:t>file is </a:t>
            </a:r>
            <a:r>
              <a:rPr lang="en-US" sz="1200" spc="5">
                <a:solidFill>
                  <a:schemeClr val="tx1"/>
                </a:solidFill>
                <a:latin typeface="+mn-lt"/>
                <a:cs typeface="Arial"/>
              </a:rPr>
              <a:t>private </a:t>
            </a:r>
            <a:r>
              <a:rPr lang="en-US" sz="1200" spc="10">
                <a:solidFill>
                  <a:schemeClr val="tx1"/>
                </a:solidFill>
                <a:latin typeface="+mn-lt"/>
                <a:cs typeface="Arial"/>
              </a:rPr>
              <a:t>and may contain confidential and proprietary information. </a:t>
            </a:r>
            <a:r>
              <a:rPr lang="en-US" sz="1200">
                <a:solidFill>
                  <a:schemeClr val="tx1"/>
                </a:solidFill>
                <a:latin typeface="+mn-lt"/>
                <a:cs typeface="Arial"/>
              </a:rPr>
              <a:t>If </a:t>
            </a:r>
            <a:r>
              <a:rPr lang="en-US" sz="1200" spc="10">
                <a:solidFill>
                  <a:schemeClr val="tx1"/>
                </a:solidFill>
                <a:latin typeface="+mn-lt"/>
                <a:cs typeface="Arial"/>
              </a:rPr>
              <a:t>you have received </a:t>
            </a:r>
            <a:r>
              <a:rPr lang="en-US" sz="1200" spc="5">
                <a:solidFill>
                  <a:schemeClr val="tx1"/>
                </a:solidFill>
                <a:latin typeface="+mn-lt"/>
                <a:cs typeface="Arial"/>
              </a:rPr>
              <a:t>this </a:t>
            </a:r>
            <a:r>
              <a:rPr lang="en-US" sz="1200">
                <a:solidFill>
                  <a:schemeClr val="tx1"/>
                </a:solidFill>
                <a:latin typeface="+mn-lt"/>
                <a:cs typeface="Arial"/>
              </a:rPr>
              <a:t>file in </a:t>
            </a:r>
            <a:r>
              <a:rPr lang="en-US" sz="1200" spc="10">
                <a:solidFill>
                  <a:schemeClr val="tx1"/>
                </a:solidFill>
                <a:latin typeface="+mn-lt"/>
                <a:cs typeface="Arial"/>
              </a:rPr>
              <a:t>error, please </a:t>
            </a:r>
            <a:r>
              <a:rPr lang="en-US" sz="1200" spc="5">
                <a:solidFill>
                  <a:schemeClr val="tx1"/>
                </a:solidFill>
                <a:latin typeface="+mn-lt"/>
                <a:cs typeface="Arial"/>
              </a:rPr>
              <a:t>notify us </a:t>
            </a:r>
            <a:r>
              <a:rPr lang="en-US" sz="1200" spc="10">
                <a:solidFill>
                  <a:schemeClr val="tx1"/>
                </a:solidFill>
                <a:latin typeface="+mn-lt"/>
                <a:cs typeface="Arial"/>
              </a:rPr>
              <a:t>and remove </a:t>
            </a:r>
            <a:r>
              <a:rPr lang="en-US" sz="1200">
                <a:solidFill>
                  <a:schemeClr val="tx1"/>
                </a:solidFill>
                <a:latin typeface="+mn-lt"/>
                <a:cs typeface="Arial"/>
              </a:rPr>
              <a:t>it </a:t>
            </a:r>
            <a:r>
              <a:rPr lang="en-US" sz="1200" spc="5">
                <a:solidFill>
                  <a:schemeClr val="tx1"/>
                </a:solidFill>
                <a:latin typeface="+mn-lt"/>
                <a:cs typeface="Arial"/>
              </a:rPr>
              <a:t>from </a:t>
            </a:r>
            <a:r>
              <a:rPr lang="en-US" sz="1200" spc="10">
                <a:solidFill>
                  <a:schemeClr val="tx1"/>
                </a:solidFill>
                <a:latin typeface="+mn-lt"/>
                <a:cs typeface="Arial"/>
              </a:rPr>
              <a:t>your system and </a:t>
            </a:r>
            <a:r>
              <a:rPr lang="en-US" sz="1200" spc="5">
                <a:solidFill>
                  <a:schemeClr val="tx1"/>
                </a:solidFill>
                <a:latin typeface="+mn-lt"/>
                <a:cs typeface="Arial"/>
              </a:rPr>
              <a:t>note that </a:t>
            </a:r>
            <a:r>
              <a:rPr lang="en-US" sz="1200" spc="10">
                <a:solidFill>
                  <a:schemeClr val="tx1"/>
                </a:solidFill>
                <a:latin typeface="+mn-lt"/>
                <a:cs typeface="Arial"/>
              </a:rPr>
              <a:t>you must not copy, </a:t>
            </a:r>
            <a:r>
              <a:rPr lang="en-US" sz="1200" spc="5">
                <a:solidFill>
                  <a:schemeClr val="tx1"/>
                </a:solidFill>
                <a:latin typeface="+mn-lt"/>
                <a:cs typeface="Arial"/>
              </a:rPr>
              <a:t>distribute or take </a:t>
            </a:r>
            <a:r>
              <a:rPr lang="en-US" sz="1200" spc="10">
                <a:solidFill>
                  <a:schemeClr val="tx1"/>
                </a:solidFill>
                <a:latin typeface="+mn-lt"/>
                <a:cs typeface="Arial"/>
              </a:rPr>
              <a:t>any </a:t>
            </a:r>
            <a:r>
              <a:rPr lang="en-US" sz="1200" spc="5">
                <a:solidFill>
                  <a:schemeClr val="tx1"/>
                </a:solidFill>
                <a:latin typeface="+mn-lt"/>
                <a:cs typeface="Arial"/>
              </a:rPr>
              <a:t>action </a:t>
            </a:r>
            <a:r>
              <a:rPr lang="en-US" sz="1200">
                <a:solidFill>
                  <a:schemeClr val="tx1"/>
                </a:solidFill>
                <a:latin typeface="+mn-lt"/>
                <a:cs typeface="Arial"/>
              </a:rPr>
              <a:t>in </a:t>
            </a:r>
            <a:r>
              <a:rPr lang="en-US" sz="1200" spc="10">
                <a:solidFill>
                  <a:schemeClr val="tx1"/>
                </a:solidFill>
                <a:latin typeface="+mn-lt"/>
                <a:cs typeface="Arial"/>
              </a:rPr>
              <a:t>reliance </a:t>
            </a:r>
            <a:r>
              <a:rPr lang="en-US" sz="1200" spc="5">
                <a:solidFill>
                  <a:schemeClr val="tx1"/>
                </a:solidFill>
                <a:latin typeface="+mn-lt"/>
                <a:cs typeface="Arial"/>
              </a:rPr>
              <a:t>on </a:t>
            </a:r>
            <a:r>
              <a:rPr lang="en-US" sz="1200">
                <a:solidFill>
                  <a:schemeClr val="tx1"/>
                </a:solidFill>
                <a:latin typeface="+mn-lt"/>
                <a:cs typeface="Arial"/>
              </a:rPr>
              <a:t>it. </a:t>
            </a:r>
            <a:br>
              <a:rPr lang="en-US" sz="1200">
                <a:solidFill>
                  <a:schemeClr val="tx1"/>
                </a:solidFill>
                <a:latin typeface="+mn-lt"/>
                <a:cs typeface="Arial"/>
              </a:rPr>
            </a:br>
            <a:r>
              <a:rPr lang="en-US" sz="1200" spc="10">
                <a:solidFill>
                  <a:schemeClr val="tx1"/>
                </a:solidFill>
                <a:latin typeface="+mn-lt"/>
                <a:cs typeface="Arial"/>
              </a:rPr>
              <a:t>Any unauthorized use </a:t>
            </a:r>
            <a:r>
              <a:rPr lang="en-US" sz="1200" spc="5">
                <a:solidFill>
                  <a:schemeClr val="tx1"/>
                </a:solidFill>
                <a:latin typeface="+mn-lt"/>
                <a:cs typeface="Arial"/>
              </a:rPr>
              <a:t>or </a:t>
            </a:r>
            <a:r>
              <a:rPr lang="en-US" sz="1200" spc="10">
                <a:solidFill>
                  <a:schemeClr val="tx1"/>
                </a:solidFill>
                <a:latin typeface="+mn-lt"/>
                <a:cs typeface="Arial"/>
              </a:rPr>
              <a:t>disclosure </a:t>
            </a:r>
            <a:r>
              <a:rPr lang="en-US" sz="1200" spc="5">
                <a:solidFill>
                  <a:schemeClr val="tx1"/>
                </a:solidFill>
                <a:latin typeface="+mn-lt"/>
                <a:cs typeface="Arial"/>
              </a:rPr>
              <a:t>of the </a:t>
            </a:r>
            <a:r>
              <a:rPr lang="en-US" sz="1200" spc="10">
                <a:solidFill>
                  <a:schemeClr val="tx1"/>
                </a:solidFill>
                <a:latin typeface="+mn-lt"/>
                <a:cs typeface="Arial"/>
              </a:rPr>
              <a:t>contents </a:t>
            </a:r>
            <a:r>
              <a:rPr lang="en-US" sz="1200" spc="5">
                <a:solidFill>
                  <a:schemeClr val="tx1"/>
                </a:solidFill>
                <a:latin typeface="+mn-lt"/>
                <a:cs typeface="Arial"/>
              </a:rPr>
              <a:t>of this </a:t>
            </a:r>
            <a:r>
              <a:rPr lang="en-US" sz="1200">
                <a:solidFill>
                  <a:schemeClr val="tx1"/>
                </a:solidFill>
                <a:latin typeface="+mn-lt"/>
                <a:cs typeface="Arial"/>
              </a:rPr>
              <a:t>file is </a:t>
            </a:r>
            <a:r>
              <a:rPr lang="en-US" sz="1200" spc="10">
                <a:solidFill>
                  <a:schemeClr val="tx1"/>
                </a:solidFill>
                <a:latin typeface="+mn-lt"/>
                <a:cs typeface="Arial"/>
              </a:rPr>
              <a:t>not permitted and may </a:t>
            </a:r>
            <a:r>
              <a:rPr lang="en-US" sz="1200" spc="5">
                <a:solidFill>
                  <a:schemeClr val="tx1"/>
                </a:solidFill>
                <a:latin typeface="+mn-lt"/>
                <a:cs typeface="Arial"/>
              </a:rPr>
              <a:t>be </a:t>
            </a:r>
            <a:r>
              <a:rPr lang="en-US" sz="1200" spc="10">
                <a:solidFill>
                  <a:schemeClr val="tx1"/>
                </a:solidFill>
                <a:latin typeface="+mn-lt"/>
                <a:cs typeface="Arial"/>
              </a:rPr>
              <a:t>unlawful. </a:t>
            </a:r>
          </a:p>
          <a:p>
            <a:pPr marL="26670" marR="5080">
              <a:lnSpc>
                <a:spcPct val="100000"/>
              </a:lnSpc>
              <a:spcBef>
                <a:spcPts val="780"/>
              </a:spcBef>
            </a:pPr>
            <a:r>
              <a:rPr lang="en-US" sz="1200" spc="10">
                <a:solidFill>
                  <a:schemeClr val="tx1"/>
                </a:solidFill>
                <a:latin typeface="+mn-lt"/>
                <a:cs typeface="Arial"/>
              </a:rPr>
              <a:t>AstraZeneca PLC, </a:t>
            </a:r>
            <a:r>
              <a:rPr lang="en-US" sz="1200">
                <a:solidFill>
                  <a:schemeClr val="tx1"/>
                </a:solidFill>
                <a:latin typeface="+mn-lt"/>
                <a:cs typeface="Arial"/>
              </a:rPr>
              <a:t>1 </a:t>
            </a:r>
            <a:r>
              <a:rPr lang="en-US" sz="1200" spc="10">
                <a:solidFill>
                  <a:schemeClr val="tx1"/>
                </a:solidFill>
                <a:latin typeface="+mn-lt"/>
                <a:cs typeface="Arial"/>
              </a:rPr>
              <a:t>Francis Crick Avenue, Cambridge Biomedical </a:t>
            </a:r>
            <a:r>
              <a:rPr lang="en-US" sz="1200" spc="15">
                <a:solidFill>
                  <a:schemeClr val="tx1"/>
                </a:solidFill>
                <a:latin typeface="+mn-lt"/>
                <a:cs typeface="Arial"/>
              </a:rPr>
              <a:t>Campus, </a:t>
            </a:r>
            <a:r>
              <a:rPr lang="en-US" sz="1200" spc="10">
                <a:solidFill>
                  <a:schemeClr val="tx1"/>
                </a:solidFill>
                <a:latin typeface="+mn-lt"/>
                <a:cs typeface="Arial"/>
              </a:rPr>
              <a:t>Cambridge, CB2 0AA, UK</a:t>
            </a:r>
          </a:p>
          <a:p>
            <a:pPr marL="26670" marR="5080">
              <a:lnSpc>
                <a:spcPct val="100000"/>
              </a:lnSpc>
              <a:spcBef>
                <a:spcPts val="200"/>
              </a:spcBef>
            </a:pPr>
            <a:r>
              <a:rPr lang="en-US" sz="1200" spc="10">
                <a:solidFill>
                  <a:schemeClr val="tx1"/>
                </a:solidFill>
                <a:latin typeface="+mn-lt"/>
                <a:cs typeface="Arial"/>
              </a:rPr>
              <a:t>+44(0)203 749 5000</a:t>
            </a:r>
            <a:br>
              <a:rPr lang="en-US" sz="1200" spc="10">
                <a:solidFill>
                  <a:schemeClr val="tx1"/>
                </a:solidFill>
                <a:latin typeface="+mn-lt"/>
                <a:cs typeface="Arial"/>
              </a:rPr>
            </a:br>
            <a:r>
              <a:rPr lang="en-US" sz="1200" u="none" spc="10">
                <a:solidFill>
                  <a:schemeClr val="tx1"/>
                </a:solidFill>
                <a:latin typeface="+mn-lt"/>
                <a:cs typeface="Arial"/>
              </a:rPr>
              <a:t>www.astrazeneca.com</a:t>
            </a:r>
            <a:endParaRPr lang="en-US" sz="1200">
              <a:solidFill>
                <a:schemeClr val="tx1"/>
              </a:solidFill>
            </a:endParaRPr>
          </a:p>
        </p:txBody>
      </p:sp>
      <p:sp>
        <p:nvSpPr>
          <p:cNvPr id="4" name="Date Placeholder 3">
            <a:extLst>
              <a:ext uri="{FF2B5EF4-FFF2-40B4-BE49-F238E27FC236}">
                <a16:creationId xmlns:a16="http://schemas.microsoft.com/office/drawing/2014/main" id="{2AB750B5-01B2-430D-BF92-6E5CD93388D3}"/>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25C10CA0-7F28-40CE-9633-59C6800E7665}"/>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82447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4" name="DO NOT DELETE (BRANDIN)">
            <a:extLst>
              <a:ext uri="{FF2B5EF4-FFF2-40B4-BE49-F238E27FC236}">
                <a16:creationId xmlns:a16="http://schemas.microsoft.com/office/drawing/2014/main" id="{69877D48-052F-814D-ACE8-304F09202645}"/>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967950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Dual Logo">
    <p:spTree>
      <p:nvGrpSpPr>
        <p:cNvPr id="1" name=""/>
        <p:cNvGrpSpPr/>
        <p:nvPr/>
      </p:nvGrpSpPr>
      <p:grpSpPr>
        <a:xfrm>
          <a:off x="0" y="0"/>
          <a:ext cx="0" cy="0"/>
          <a:chOff x="0" y="0"/>
          <a:chExt cx="0" cy="0"/>
        </a:xfrm>
      </p:grpSpPr>
      <p:sp>
        <p:nvSpPr>
          <p:cNvPr id="15" name="Text Placeholder 7">
            <a:extLst>
              <a:ext uri="{FF2B5EF4-FFF2-40B4-BE49-F238E27FC236}">
                <a16:creationId xmlns:a16="http://schemas.microsoft.com/office/drawing/2014/main" id="{AF0B1B31-3000-4CD8-BB26-CDF0CF4ED32F}"/>
              </a:ext>
            </a:extLst>
          </p:cNvPr>
          <p:cNvSpPr>
            <a:spLocks noGrp="1"/>
          </p:cNvSpPr>
          <p:nvPr>
            <p:ph type="body" sz="quarter" idx="27" hasCustomPrompt="1"/>
          </p:nvPr>
        </p:nvSpPr>
        <p:spPr>
          <a:xfrm>
            <a:off x="1219200" y="6349213"/>
            <a:ext cx="5486400"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58"/>
            <a:ext cx="1828800" cy="207755"/>
          </a:xfrm>
        </p:spPr>
        <p:txBody>
          <a:bodyPr lIns="0" bIns="0"/>
          <a:lstStyle>
            <a:lvl1pPr algn="l">
              <a:lnSpc>
                <a:spcPct val="100000"/>
              </a:lnSpc>
              <a:defRPr/>
            </a:lvl1pPr>
          </a:lstStyle>
          <a:p>
            <a:endParaRPr lang="en-GB"/>
          </a:p>
        </p:txBody>
      </p:sp>
      <p:pic>
        <p:nvPicPr>
          <p:cNvPr id="5" name="Picture 2" descr="Image result for ASTRAZENECA LOGO">
            <a:extLst>
              <a:ext uri="{FF2B5EF4-FFF2-40B4-BE49-F238E27FC236}">
                <a16:creationId xmlns:a16="http://schemas.microsoft.com/office/drawing/2014/main" id="{05391862-9B15-7D95-620B-0163161D69A8}"/>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1970160-AA31-20E0-0840-74BEF55D3FB8}"/>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0" y="1793324"/>
            <a:ext cx="5486400" cy="2649133"/>
          </a:xfrm>
        </p:spPr>
        <p:txBody>
          <a:bodyPr anchor="b" anchorCtr="0">
            <a:normAutofit/>
          </a:bodyPr>
          <a:lstStyle>
            <a:lvl1pPr>
              <a:lnSpc>
                <a:spcPct val="100000"/>
              </a:lnSpc>
              <a:defRPr sz="4000">
                <a:solidFill>
                  <a:schemeClr val="accent1"/>
                </a:solidFill>
              </a:defRPr>
            </a:lvl1pPr>
          </a:lstStyle>
          <a:p>
            <a:r>
              <a:rPr lang="en-US"/>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7315200" y="0"/>
            <a:ext cx="4878036" cy="6865200"/>
          </a:xfrm>
          <a:prstGeom prst="rect">
            <a:avLst/>
          </a:prstGeom>
          <a:solidFill>
            <a:schemeClr val="bg2">
              <a:lumMod val="40000"/>
              <a:lumOff val="60000"/>
            </a:schemeClr>
          </a:solidFill>
        </p:spPr>
        <p:txBody>
          <a:bodyPr vert="horz" wrap="square" lIns="0" tIns="72000" rIns="0" bIns="1080000" rtlCol="0" anchor="ctr">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lang="en-US" sz="1600" b="1" kern="1200" dirty="0" smtClean="0">
                <a:solidFill>
                  <a:schemeClr val="tx1"/>
                </a:solidFill>
                <a:latin typeface="+mn-lt"/>
                <a:ea typeface="+mn-ea"/>
                <a:cs typeface="+mn-cs"/>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0" y="4594860"/>
            <a:ext cx="5486400" cy="1241799"/>
          </a:xfrm>
          <a:prstGeom prst="rect">
            <a:avLst/>
          </a:prstGeom>
        </p:spPr>
        <p:txBody>
          <a:bodyPr lIns="0">
            <a:normAutofit/>
          </a:bodyPr>
          <a:lstStyle>
            <a:lvl1pPr marL="0" indent="0">
              <a:lnSpc>
                <a:spcPct val="100000"/>
              </a:lnSpc>
              <a:buNone/>
              <a:defRPr sz="2400">
                <a:solidFill>
                  <a:schemeClr val="tx1"/>
                </a:solidFill>
              </a:defRPr>
            </a:lvl1pPr>
          </a:lstStyle>
          <a:p>
            <a:pPr lvl="0"/>
            <a:r>
              <a:rPr lang="en-US"/>
              <a:t>Click to add subtitle / presenters</a:t>
            </a:r>
          </a:p>
        </p:txBody>
      </p:sp>
      <p:sp>
        <p:nvSpPr>
          <p:cNvPr id="11" name="Picture Placeholder 3">
            <a:extLst>
              <a:ext uri="{FF2B5EF4-FFF2-40B4-BE49-F238E27FC236}">
                <a16:creationId xmlns:a16="http://schemas.microsoft.com/office/drawing/2014/main" id="{894F9465-82DF-4370-9E47-56C71396EFC4}"/>
              </a:ext>
            </a:extLst>
          </p:cNvPr>
          <p:cNvSpPr>
            <a:spLocks noGrp="1"/>
          </p:cNvSpPr>
          <p:nvPr>
            <p:ph type="pic" sz="quarter" idx="25" hasCustomPrompt="1"/>
          </p:nvPr>
        </p:nvSpPr>
        <p:spPr>
          <a:xfrm>
            <a:off x="4267200" y="427377"/>
            <a:ext cx="2438400" cy="635001"/>
          </a:xfrm>
        </p:spPr>
        <p:txBody>
          <a:bodyPr anchor="ctr" anchorCtr="0">
            <a:normAutofit/>
          </a:bodyPr>
          <a:lstStyle>
            <a:lvl1pPr marL="0" indent="0" algn="ctr">
              <a:lnSpc>
                <a:spcPct val="100000"/>
              </a:lnSpc>
              <a:buNone/>
              <a:defRPr sz="1400"/>
            </a:lvl1pPr>
          </a:lstStyle>
          <a:p>
            <a:r>
              <a:rPr lang="en-US"/>
              <a:t>Use this placeholder for a secondary logo if needed</a:t>
            </a:r>
          </a:p>
        </p:txBody>
      </p:sp>
      <p:sp>
        <p:nvSpPr>
          <p:cNvPr id="16" name="Freeform: Shape 15">
            <a:extLst>
              <a:ext uri="{FF2B5EF4-FFF2-40B4-BE49-F238E27FC236}">
                <a16:creationId xmlns:a16="http://schemas.microsoft.com/office/drawing/2014/main" id="{B8C86533-B59D-4640-AA9B-D75189B4B4C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CF3181C7-2372-4ADB-A7E1-372907919D37}"/>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Tree>
    <p:custDataLst>
      <p:tags r:id="rId1"/>
    </p:custDataLst>
    <p:extLst>
      <p:ext uri="{BB962C8B-B14F-4D97-AF65-F5344CB8AC3E}">
        <p14:creationId xmlns:p14="http://schemas.microsoft.com/office/powerpoint/2010/main" val="63487880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Alternative">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7924801" y="5989058"/>
            <a:ext cx="1279358" cy="207755"/>
          </a:xfrm>
        </p:spPr>
        <p:txBody>
          <a:bodyPr lIns="0" bIns="0"/>
          <a:lstStyle>
            <a:lvl1pPr algn="l">
              <a:lnSpc>
                <a:spcPct val="100000"/>
              </a:lnSpc>
              <a:defRPr>
                <a:solidFill>
                  <a:schemeClr val="bg1"/>
                </a:solidFill>
              </a:defRPr>
            </a:lvl1pPr>
          </a:lstStyle>
          <a:p>
            <a:endParaRPr lang="en-GB"/>
          </a:p>
        </p:txBody>
      </p:sp>
      <p:sp>
        <p:nvSpPr>
          <p:cNvPr id="14" name="Text Placeholder 7">
            <a:extLst>
              <a:ext uri="{FF2B5EF4-FFF2-40B4-BE49-F238E27FC236}">
                <a16:creationId xmlns:a16="http://schemas.microsoft.com/office/drawing/2014/main" id="{92EBB4F1-3A58-475F-9EBB-925156182B78}"/>
              </a:ext>
            </a:extLst>
          </p:cNvPr>
          <p:cNvSpPr>
            <a:spLocks noGrp="1"/>
          </p:cNvSpPr>
          <p:nvPr>
            <p:ph type="body" sz="quarter" idx="27" hasCustomPrompt="1"/>
          </p:nvPr>
        </p:nvSpPr>
        <p:spPr>
          <a:xfrm>
            <a:off x="7924801" y="6349213"/>
            <a:ext cx="3657600" cy="161583"/>
          </a:xfrm>
        </p:spPr>
        <p:txBody>
          <a:bodyPr wrap="square" lIns="0" tIns="0" rIns="0" bIns="0" anchor="ctr" anchorCtr="0">
            <a:normAutofit/>
          </a:bodyPr>
          <a:lstStyle>
            <a:lvl1pPr marL="0" indent="0">
              <a:lnSpc>
                <a:spcPct val="100000"/>
              </a:lnSpc>
              <a:buNone/>
              <a:defRPr sz="1050">
                <a:solidFill>
                  <a:schemeClr val="bg1"/>
                </a:solidFill>
              </a:defRPr>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13" name="Picture Placeholder 12">
            <a:extLst>
              <a:ext uri="{FF2B5EF4-FFF2-40B4-BE49-F238E27FC236}">
                <a16:creationId xmlns:a16="http://schemas.microsoft.com/office/drawing/2014/main" id="{332A73A7-F1E1-4085-B3F6-999828C7F549}"/>
              </a:ext>
            </a:extLst>
          </p:cNvPr>
          <p:cNvSpPr>
            <a:spLocks noGrp="1"/>
          </p:cNvSpPr>
          <p:nvPr>
            <p:ph type="pic" sz="quarter" idx="20" hasCustomPrompt="1"/>
          </p:nvPr>
        </p:nvSpPr>
        <p:spPr>
          <a:xfrm>
            <a:off x="0" y="0"/>
            <a:ext cx="6705600" cy="6858000"/>
          </a:xfrm>
          <a:prstGeom prst="rect">
            <a:avLst/>
          </a:prstGeom>
          <a:solidFill>
            <a:schemeClr val="bg2">
              <a:lumMod val="40000"/>
              <a:lumOff val="60000"/>
            </a:schemeClr>
          </a:solidFill>
        </p:spPr>
        <p:txBody>
          <a:bodyPr vert="horz" wrap="square" lIns="91440" tIns="432000" rIns="91440" bIns="1404000" rtlCol="0" anchor="ctr">
            <a:noAutofit/>
          </a:bodyPr>
          <a:lstStyle>
            <a:lvl1pPr marL="0" indent="0" algn="ctr">
              <a:lnSpc>
                <a:spcPct val="100000"/>
              </a:lnSpc>
              <a:spcAft>
                <a:spcPts val="0"/>
              </a:spcAft>
              <a:buNone/>
              <a:defRPr lang="en-US" sz="1600" b="1" dirty="0">
                <a:solidFill>
                  <a:schemeClr val="tx1"/>
                </a:solidFill>
              </a:defRPr>
            </a:lvl1pPr>
          </a:lstStyle>
          <a:p>
            <a:pPr marL="228600" lvl="0" indent="-228600" algn="ctr"/>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grpSp>
        <p:nvGrpSpPr>
          <p:cNvPr id="11" name="Group 10">
            <a:extLst>
              <a:ext uri="{FF2B5EF4-FFF2-40B4-BE49-F238E27FC236}">
                <a16:creationId xmlns:a16="http://schemas.microsoft.com/office/drawing/2014/main" id="{9516A261-40A9-4E3C-8184-C41208C9782A}"/>
              </a:ext>
            </a:extLst>
          </p:cNvPr>
          <p:cNvGrpSpPr/>
          <p:nvPr userDrawn="1"/>
        </p:nvGrpSpPr>
        <p:grpSpPr>
          <a:xfrm>
            <a:off x="9168234" y="436310"/>
            <a:ext cx="2416181" cy="585338"/>
            <a:chOff x="9168234" y="436310"/>
            <a:chExt cx="2416181" cy="585338"/>
          </a:xfrm>
        </p:grpSpPr>
        <p:sp>
          <p:nvSpPr>
            <p:cNvPr id="6" name="Freeform: Shape 5">
              <a:extLst>
                <a:ext uri="{FF2B5EF4-FFF2-40B4-BE49-F238E27FC236}">
                  <a16:creationId xmlns:a16="http://schemas.microsoft.com/office/drawing/2014/main" id="{1CB6D089-790C-9B8D-F460-C1567878F945}"/>
                </a:ext>
              </a:extLst>
            </p:cNvPr>
            <p:cNvSpPr/>
            <p:nvPr/>
          </p:nvSpPr>
          <p:spPr>
            <a:xfrm>
              <a:off x="9168234" y="755229"/>
              <a:ext cx="1961045" cy="263764"/>
            </a:xfrm>
            <a:custGeom>
              <a:avLst/>
              <a:gdLst>
                <a:gd name="connsiteX0" fmla="*/ 76969 w 1961045"/>
                <a:gd name="connsiteY0" fmla="*/ 151125 h 263764"/>
                <a:gd name="connsiteX1" fmla="*/ 116775 w 1961045"/>
                <a:gd name="connsiteY1" fmla="*/ 43130 h 263764"/>
                <a:gd name="connsiteX2" fmla="*/ 154620 w 1961045"/>
                <a:gd name="connsiteY2" fmla="*/ 151125 h 263764"/>
                <a:gd name="connsiteX3" fmla="*/ 193232 w 1961045"/>
                <a:gd name="connsiteY3" fmla="*/ 259973 h 263764"/>
                <a:gd name="connsiteX4" fmla="*/ 229714 w 1961045"/>
                <a:gd name="connsiteY4" fmla="*/ 259973 h 263764"/>
                <a:gd name="connsiteX5" fmla="*/ 135101 w 1961045"/>
                <a:gd name="connsiteY5" fmla="*/ 0 h 263764"/>
                <a:gd name="connsiteX6" fmla="*/ 99045 w 1961045"/>
                <a:gd name="connsiteY6" fmla="*/ 0 h 263764"/>
                <a:gd name="connsiteX7" fmla="*/ 0 w 1961045"/>
                <a:gd name="connsiteY7" fmla="*/ 259973 h 263764"/>
                <a:gd name="connsiteX8" fmla="*/ 36822 w 1961045"/>
                <a:gd name="connsiteY8" fmla="*/ 259973 h 263764"/>
                <a:gd name="connsiteX9" fmla="*/ 65888 w 1961045"/>
                <a:gd name="connsiteY9" fmla="*/ 180276 h 263764"/>
                <a:gd name="connsiteX10" fmla="*/ 164933 w 1961045"/>
                <a:gd name="connsiteY10" fmla="*/ 180276 h 263764"/>
                <a:gd name="connsiteX11" fmla="*/ 366263 w 1961045"/>
                <a:gd name="connsiteY11" fmla="*/ 204910 h 263764"/>
                <a:gd name="connsiteX12" fmla="*/ 319724 w 1961045"/>
                <a:gd name="connsiteY12" fmla="*/ 237385 h 263764"/>
                <a:gd name="connsiteX13" fmla="*/ 271309 w 1961045"/>
                <a:gd name="connsiteY13" fmla="*/ 215394 h 263764"/>
                <a:gd name="connsiteX14" fmla="*/ 236192 w 1961045"/>
                <a:gd name="connsiteY14" fmla="*/ 221531 h 263764"/>
                <a:gd name="connsiteX15" fmla="*/ 318275 w 1961045"/>
                <a:gd name="connsiteY15" fmla="*/ 262871 h 263764"/>
                <a:gd name="connsiteX16" fmla="*/ 400955 w 1961045"/>
                <a:gd name="connsiteY16" fmla="*/ 200733 h 263764"/>
                <a:gd name="connsiteX17" fmla="*/ 319383 w 1961045"/>
                <a:gd name="connsiteY17" fmla="*/ 139618 h 263764"/>
                <a:gd name="connsiteX18" fmla="*/ 273525 w 1961045"/>
                <a:gd name="connsiteY18" fmla="*/ 108848 h 263764"/>
                <a:gd name="connsiteX19" fmla="*/ 312479 w 1961045"/>
                <a:gd name="connsiteY19" fmla="*/ 80208 h 263764"/>
                <a:gd name="connsiteX20" fmla="*/ 357398 w 1961045"/>
                <a:gd name="connsiteY20" fmla="*/ 105779 h 263764"/>
                <a:gd name="connsiteX21" fmla="*/ 388169 w 1961045"/>
                <a:gd name="connsiteY21" fmla="*/ 92908 h 263764"/>
                <a:gd name="connsiteX22" fmla="*/ 316314 w 1961045"/>
                <a:gd name="connsiteY22" fmla="*/ 55063 h 263764"/>
                <a:gd name="connsiteX23" fmla="*/ 240283 w 1961045"/>
                <a:gd name="connsiteY23" fmla="*/ 113365 h 263764"/>
                <a:gd name="connsiteX24" fmla="*/ 308984 w 1961045"/>
                <a:gd name="connsiteY24" fmla="*/ 169451 h 263764"/>
                <a:gd name="connsiteX25" fmla="*/ 366263 w 1961045"/>
                <a:gd name="connsiteY25" fmla="*/ 204910 h 263764"/>
                <a:gd name="connsiteX26" fmla="*/ 473747 w 1961045"/>
                <a:gd name="connsiteY26" fmla="*/ 341 h 263764"/>
                <a:gd name="connsiteX27" fmla="*/ 439652 w 1961045"/>
                <a:gd name="connsiteY27" fmla="*/ 14661 h 263764"/>
                <a:gd name="connsiteX28" fmla="*/ 439652 w 1961045"/>
                <a:gd name="connsiteY28" fmla="*/ 62649 h 263764"/>
                <a:gd name="connsiteX29" fmla="*/ 408200 w 1961045"/>
                <a:gd name="connsiteY29" fmla="*/ 62649 h 263764"/>
                <a:gd name="connsiteX30" fmla="*/ 408200 w 1961045"/>
                <a:gd name="connsiteY30" fmla="*/ 90266 h 263764"/>
                <a:gd name="connsiteX31" fmla="*/ 439567 w 1961045"/>
                <a:gd name="connsiteY31" fmla="*/ 90266 h 263764"/>
                <a:gd name="connsiteX32" fmla="*/ 439567 w 1961045"/>
                <a:gd name="connsiteY32" fmla="*/ 216843 h 263764"/>
                <a:gd name="connsiteX33" fmla="*/ 477583 w 1961045"/>
                <a:gd name="connsiteY33" fmla="*/ 261337 h 263764"/>
                <a:gd name="connsiteX34" fmla="*/ 509717 w 1961045"/>
                <a:gd name="connsiteY34" fmla="*/ 258012 h 263764"/>
                <a:gd name="connsiteX35" fmla="*/ 509717 w 1961045"/>
                <a:gd name="connsiteY35" fmla="*/ 230651 h 263764"/>
                <a:gd name="connsiteX36" fmla="*/ 487981 w 1961045"/>
                <a:gd name="connsiteY36" fmla="*/ 235169 h 263764"/>
                <a:gd name="connsiteX37" fmla="*/ 473747 w 1961045"/>
                <a:gd name="connsiteY37" fmla="*/ 201841 h 263764"/>
                <a:gd name="connsiteX38" fmla="*/ 473747 w 1961045"/>
                <a:gd name="connsiteY38" fmla="*/ 89925 h 263764"/>
                <a:gd name="connsiteX39" fmla="*/ 509717 w 1961045"/>
                <a:gd name="connsiteY39" fmla="*/ 89925 h 263764"/>
                <a:gd name="connsiteX40" fmla="*/ 509717 w 1961045"/>
                <a:gd name="connsiteY40" fmla="*/ 62308 h 263764"/>
                <a:gd name="connsiteX41" fmla="*/ 473747 w 1961045"/>
                <a:gd name="connsiteY41" fmla="*/ 62308 h 263764"/>
                <a:gd name="connsiteX42" fmla="*/ 539635 w 1961045"/>
                <a:gd name="connsiteY42" fmla="*/ 62649 h 263764"/>
                <a:gd name="connsiteX43" fmla="*/ 539635 w 1961045"/>
                <a:gd name="connsiteY43" fmla="*/ 259973 h 263764"/>
                <a:gd name="connsiteX44" fmla="*/ 573048 w 1961045"/>
                <a:gd name="connsiteY44" fmla="*/ 259973 h 263764"/>
                <a:gd name="connsiteX45" fmla="*/ 573048 w 1961045"/>
                <a:gd name="connsiteY45" fmla="*/ 168769 h 263764"/>
                <a:gd name="connsiteX46" fmla="*/ 581572 w 1961045"/>
                <a:gd name="connsiteY46" fmla="*/ 117627 h 263764"/>
                <a:gd name="connsiteX47" fmla="*/ 641237 w 1961045"/>
                <a:gd name="connsiteY47" fmla="*/ 93249 h 263764"/>
                <a:gd name="connsiteX48" fmla="*/ 641237 w 1961045"/>
                <a:gd name="connsiteY48" fmla="*/ 59154 h 263764"/>
                <a:gd name="connsiteX49" fmla="*/ 573645 w 1961045"/>
                <a:gd name="connsiteY49" fmla="*/ 97767 h 263764"/>
                <a:gd name="connsiteX50" fmla="*/ 573645 w 1961045"/>
                <a:gd name="connsiteY50" fmla="*/ 62308 h 263764"/>
                <a:gd name="connsiteX51" fmla="*/ 836686 w 1961045"/>
                <a:gd name="connsiteY51" fmla="*/ 426 h 263764"/>
                <a:gd name="connsiteX52" fmla="*/ 836686 w 1961045"/>
                <a:gd name="connsiteY52" fmla="*/ 32390 h 263764"/>
                <a:gd name="connsiteX53" fmla="*/ 984401 w 1961045"/>
                <a:gd name="connsiteY53" fmla="*/ 32390 h 263764"/>
                <a:gd name="connsiteX54" fmla="*/ 836515 w 1961045"/>
                <a:gd name="connsiteY54" fmla="*/ 226219 h 263764"/>
                <a:gd name="connsiteX55" fmla="*/ 836515 w 1961045"/>
                <a:gd name="connsiteY55" fmla="*/ 260314 h 263764"/>
                <a:gd name="connsiteX56" fmla="*/ 1027446 w 1961045"/>
                <a:gd name="connsiteY56" fmla="*/ 260314 h 263764"/>
                <a:gd name="connsiteX57" fmla="*/ 1027446 w 1961045"/>
                <a:gd name="connsiteY57" fmla="*/ 228435 h 263764"/>
                <a:gd name="connsiteX58" fmla="*/ 876662 w 1961045"/>
                <a:gd name="connsiteY58" fmla="*/ 228435 h 263764"/>
                <a:gd name="connsiteX59" fmla="*/ 1023781 w 1961045"/>
                <a:gd name="connsiteY59" fmla="*/ 32390 h 263764"/>
                <a:gd name="connsiteX60" fmla="*/ 1023781 w 1961045"/>
                <a:gd name="connsiteY60" fmla="*/ 0 h 263764"/>
                <a:gd name="connsiteX61" fmla="*/ 1235339 w 1961045"/>
                <a:gd name="connsiteY61" fmla="*/ 62649 h 263764"/>
                <a:gd name="connsiteX62" fmla="*/ 1235339 w 1961045"/>
                <a:gd name="connsiteY62" fmla="*/ 259973 h 263764"/>
                <a:gd name="connsiteX63" fmla="*/ 1268496 w 1961045"/>
                <a:gd name="connsiteY63" fmla="*/ 259973 h 263764"/>
                <a:gd name="connsiteX64" fmla="*/ 1268496 w 1961045"/>
                <a:gd name="connsiteY64" fmla="*/ 147886 h 263764"/>
                <a:gd name="connsiteX65" fmla="*/ 1283157 w 1961045"/>
                <a:gd name="connsiteY65" fmla="*/ 103648 h 263764"/>
                <a:gd name="connsiteX66" fmla="*/ 1320831 w 1961045"/>
                <a:gd name="connsiteY66" fmla="*/ 88646 h 263764"/>
                <a:gd name="connsiteX67" fmla="*/ 1363450 w 1961045"/>
                <a:gd name="connsiteY67" fmla="*/ 115752 h 263764"/>
                <a:gd name="connsiteX68" fmla="*/ 1365581 w 1961045"/>
                <a:gd name="connsiteY68" fmla="*/ 148227 h 263764"/>
                <a:gd name="connsiteX69" fmla="*/ 1365581 w 1961045"/>
                <a:gd name="connsiteY69" fmla="*/ 259973 h 263764"/>
                <a:gd name="connsiteX70" fmla="*/ 1398653 w 1961045"/>
                <a:gd name="connsiteY70" fmla="*/ 259973 h 263764"/>
                <a:gd name="connsiteX71" fmla="*/ 1398653 w 1961045"/>
                <a:gd name="connsiteY71" fmla="*/ 143198 h 263764"/>
                <a:gd name="connsiteX72" fmla="*/ 1395243 w 1961045"/>
                <a:gd name="connsiteY72" fmla="*/ 102711 h 263764"/>
                <a:gd name="connsiteX73" fmla="*/ 1330293 w 1961045"/>
                <a:gd name="connsiteY73" fmla="*/ 57535 h 263764"/>
                <a:gd name="connsiteX74" fmla="*/ 1268496 w 1961045"/>
                <a:gd name="connsiteY74" fmla="*/ 92056 h 263764"/>
                <a:gd name="connsiteX75" fmla="*/ 1268496 w 1961045"/>
                <a:gd name="connsiteY75" fmla="*/ 62308 h 263764"/>
                <a:gd name="connsiteX76" fmla="*/ 1750426 w 1961045"/>
                <a:gd name="connsiteY76" fmla="*/ 212496 h 263764"/>
                <a:gd name="connsiteX77" fmla="*/ 1704824 w 1961045"/>
                <a:gd name="connsiteY77" fmla="*/ 238067 h 263764"/>
                <a:gd name="connsiteX78" fmla="*/ 1645158 w 1961045"/>
                <a:gd name="connsiteY78" fmla="*/ 158882 h 263764"/>
                <a:gd name="connsiteX79" fmla="*/ 1702863 w 1961045"/>
                <a:gd name="connsiteY79" fmla="*/ 79185 h 263764"/>
                <a:gd name="connsiteX80" fmla="*/ 1748891 w 1961045"/>
                <a:gd name="connsiteY80" fmla="*/ 107143 h 263764"/>
                <a:gd name="connsiteX81" fmla="*/ 1780003 w 1961045"/>
                <a:gd name="connsiteY81" fmla="*/ 94187 h 263764"/>
                <a:gd name="connsiteX82" fmla="*/ 1701670 w 1961045"/>
                <a:gd name="connsiteY82" fmla="*/ 54807 h 263764"/>
                <a:gd name="connsiteX83" fmla="*/ 1607909 w 1961045"/>
                <a:gd name="connsiteY83" fmla="*/ 161354 h 263764"/>
                <a:gd name="connsiteX84" fmla="*/ 1704057 w 1961045"/>
                <a:gd name="connsiteY84" fmla="*/ 263638 h 263764"/>
                <a:gd name="connsiteX85" fmla="*/ 1779406 w 1961045"/>
                <a:gd name="connsiteY85" fmla="*/ 224685 h 263764"/>
                <a:gd name="connsiteX86" fmla="*/ 1075179 w 1961045"/>
                <a:gd name="connsiteY86" fmla="*/ 140641 h 263764"/>
                <a:gd name="connsiteX87" fmla="*/ 1179935 w 1961045"/>
                <a:gd name="connsiteY87" fmla="*/ 140641 h 263764"/>
                <a:gd name="connsiteX88" fmla="*/ 1127344 w 1961045"/>
                <a:gd name="connsiteY88" fmla="*/ 80208 h 263764"/>
                <a:gd name="connsiteX89" fmla="*/ 1075179 w 1961045"/>
                <a:gd name="connsiteY89" fmla="*/ 140641 h 263764"/>
                <a:gd name="connsiteX90" fmla="*/ 1207211 w 1961045"/>
                <a:gd name="connsiteY90" fmla="*/ 222128 h 263764"/>
                <a:gd name="connsiteX91" fmla="*/ 1131094 w 1961045"/>
                <a:gd name="connsiteY91" fmla="*/ 263382 h 263764"/>
                <a:gd name="connsiteX92" fmla="*/ 1039123 w 1961045"/>
                <a:gd name="connsiteY92" fmla="*/ 157348 h 263764"/>
                <a:gd name="connsiteX93" fmla="*/ 1129816 w 1961045"/>
                <a:gd name="connsiteY93" fmla="*/ 55063 h 263764"/>
                <a:gd name="connsiteX94" fmla="*/ 1212495 w 1961045"/>
                <a:gd name="connsiteY94" fmla="*/ 124702 h 263764"/>
                <a:gd name="connsiteX95" fmla="*/ 1216246 w 1961045"/>
                <a:gd name="connsiteY95" fmla="*/ 164763 h 263764"/>
                <a:gd name="connsiteX96" fmla="*/ 1074326 w 1961045"/>
                <a:gd name="connsiteY96" fmla="*/ 164763 h 263764"/>
                <a:gd name="connsiteX97" fmla="*/ 1133992 w 1961045"/>
                <a:gd name="connsiteY97" fmla="*/ 238749 h 263764"/>
                <a:gd name="connsiteX98" fmla="*/ 1174991 w 1961045"/>
                <a:gd name="connsiteY98" fmla="*/ 216246 h 263764"/>
                <a:gd name="connsiteX99" fmla="*/ 1452182 w 1961045"/>
                <a:gd name="connsiteY99" fmla="*/ 140641 h 263764"/>
                <a:gd name="connsiteX100" fmla="*/ 1556938 w 1961045"/>
                <a:gd name="connsiteY100" fmla="*/ 140641 h 263764"/>
                <a:gd name="connsiteX101" fmla="*/ 1504347 w 1961045"/>
                <a:gd name="connsiteY101" fmla="*/ 80208 h 263764"/>
                <a:gd name="connsiteX102" fmla="*/ 1452182 w 1961045"/>
                <a:gd name="connsiteY102" fmla="*/ 140641 h 263764"/>
                <a:gd name="connsiteX103" fmla="*/ 1584214 w 1961045"/>
                <a:gd name="connsiteY103" fmla="*/ 222128 h 263764"/>
                <a:gd name="connsiteX104" fmla="*/ 1508097 w 1961045"/>
                <a:gd name="connsiteY104" fmla="*/ 263382 h 263764"/>
                <a:gd name="connsiteX105" fmla="*/ 1416212 w 1961045"/>
                <a:gd name="connsiteY105" fmla="*/ 157348 h 263764"/>
                <a:gd name="connsiteX106" fmla="*/ 1506818 w 1961045"/>
                <a:gd name="connsiteY106" fmla="*/ 55063 h 263764"/>
                <a:gd name="connsiteX107" fmla="*/ 1589498 w 1961045"/>
                <a:gd name="connsiteY107" fmla="*/ 124702 h 263764"/>
                <a:gd name="connsiteX108" fmla="*/ 1593249 w 1961045"/>
                <a:gd name="connsiteY108" fmla="*/ 164763 h 263764"/>
                <a:gd name="connsiteX109" fmla="*/ 1450988 w 1961045"/>
                <a:gd name="connsiteY109" fmla="*/ 164763 h 263764"/>
                <a:gd name="connsiteX110" fmla="*/ 1510654 w 1961045"/>
                <a:gd name="connsiteY110" fmla="*/ 238749 h 263764"/>
                <a:gd name="connsiteX111" fmla="*/ 1551653 w 1961045"/>
                <a:gd name="connsiteY111" fmla="*/ 216246 h 263764"/>
                <a:gd name="connsiteX112" fmla="*/ 1961046 w 1961045"/>
                <a:gd name="connsiteY112" fmla="*/ 259973 h 263764"/>
                <a:gd name="connsiteX113" fmla="*/ 1926525 w 1961045"/>
                <a:gd name="connsiteY113" fmla="*/ 259973 h 263764"/>
                <a:gd name="connsiteX114" fmla="*/ 1922604 w 1961045"/>
                <a:gd name="connsiteY114" fmla="*/ 230822 h 263764"/>
                <a:gd name="connsiteX115" fmla="*/ 1856460 w 1961045"/>
                <a:gd name="connsiteY115" fmla="*/ 262530 h 263764"/>
                <a:gd name="connsiteX116" fmla="*/ 1789549 w 1961045"/>
                <a:gd name="connsiteY116" fmla="*/ 206444 h 263764"/>
                <a:gd name="connsiteX117" fmla="*/ 1798073 w 1961045"/>
                <a:gd name="connsiteY117" fmla="*/ 176696 h 263764"/>
                <a:gd name="connsiteX118" fmla="*/ 1889106 w 1961045"/>
                <a:gd name="connsiteY118" fmla="*/ 142005 h 263764"/>
                <a:gd name="connsiteX119" fmla="*/ 1920388 w 1961045"/>
                <a:gd name="connsiteY119" fmla="*/ 139533 h 263764"/>
                <a:gd name="connsiteX120" fmla="*/ 1920388 w 1961045"/>
                <a:gd name="connsiteY120" fmla="*/ 134675 h 263764"/>
                <a:gd name="connsiteX121" fmla="*/ 1876320 w 1961045"/>
                <a:gd name="connsiteY121" fmla="*/ 79952 h 263764"/>
                <a:gd name="connsiteX122" fmla="*/ 1836003 w 1961045"/>
                <a:gd name="connsiteY122" fmla="*/ 105523 h 263764"/>
                <a:gd name="connsiteX123" fmla="*/ 1805489 w 1961045"/>
                <a:gd name="connsiteY123" fmla="*/ 92738 h 263764"/>
                <a:gd name="connsiteX124" fmla="*/ 1807023 w 1961045"/>
                <a:gd name="connsiteY124" fmla="*/ 89499 h 263764"/>
                <a:gd name="connsiteX125" fmla="*/ 1875212 w 1961045"/>
                <a:gd name="connsiteY125" fmla="*/ 54466 h 263764"/>
                <a:gd name="connsiteX126" fmla="*/ 1932662 w 1961045"/>
                <a:gd name="connsiteY126" fmla="*/ 71514 h 263764"/>
                <a:gd name="connsiteX127" fmla="*/ 1954142 w 1961045"/>
                <a:gd name="connsiteY127" fmla="*/ 121037 h 263764"/>
                <a:gd name="connsiteX128" fmla="*/ 1955506 w 1961045"/>
                <a:gd name="connsiteY128" fmla="*/ 222383 h 263764"/>
                <a:gd name="connsiteX129" fmla="*/ 1961046 w 1961045"/>
                <a:gd name="connsiteY129" fmla="*/ 259973 h 263764"/>
                <a:gd name="connsiteX130" fmla="*/ 1915700 w 1961045"/>
                <a:gd name="connsiteY130" fmla="*/ 205506 h 263764"/>
                <a:gd name="connsiteX131" fmla="*/ 1921070 w 1961045"/>
                <a:gd name="connsiteY131" fmla="*/ 161183 h 263764"/>
                <a:gd name="connsiteX132" fmla="*/ 1869331 w 1961045"/>
                <a:gd name="connsiteY132" fmla="*/ 170389 h 263764"/>
                <a:gd name="connsiteX133" fmla="*/ 1826713 w 1961045"/>
                <a:gd name="connsiteY133" fmla="*/ 205933 h 263764"/>
                <a:gd name="connsiteX134" fmla="*/ 1863791 w 1961045"/>
                <a:gd name="connsiteY134" fmla="*/ 235169 h 263764"/>
                <a:gd name="connsiteX135" fmla="*/ 1915700 w 1961045"/>
                <a:gd name="connsiteY135" fmla="*/ 205506 h 263764"/>
                <a:gd name="connsiteX136" fmla="*/ 813160 w 1961045"/>
                <a:gd name="connsiteY136" fmla="*/ 259973 h 263764"/>
                <a:gd name="connsiteX137" fmla="*/ 779066 w 1961045"/>
                <a:gd name="connsiteY137" fmla="*/ 259973 h 263764"/>
                <a:gd name="connsiteX138" fmla="*/ 775145 w 1961045"/>
                <a:gd name="connsiteY138" fmla="*/ 230822 h 263764"/>
                <a:gd name="connsiteX139" fmla="*/ 708575 w 1961045"/>
                <a:gd name="connsiteY139" fmla="*/ 262530 h 263764"/>
                <a:gd name="connsiteX140" fmla="*/ 641664 w 1961045"/>
                <a:gd name="connsiteY140" fmla="*/ 206444 h 263764"/>
                <a:gd name="connsiteX141" fmla="*/ 650187 w 1961045"/>
                <a:gd name="connsiteY141" fmla="*/ 176696 h 263764"/>
                <a:gd name="connsiteX142" fmla="*/ 741306 w 1961045"/>
                <a:gd name="connsiteY142" fmla="*/ 142005 h 263764"/>
                <a:gd name="connsiteX143" fmla="*/ 772502 w 1961045"/>
                <a:gd name="connsiteY143" fmla="*/ 139533 h 263764"/>
                <a:gd name="connsiteX144" fmla="*/ 772502 w 1961045"/>
                <a:gd name="connsiteY144" fmla="*/ 134675 h 263764"/>
                <a:gd name="connsiteX145" fmla="*/ 728435 w 1961045"/>
                <a:gd name="connsiteY145" fmla="*/ 79952 h 263764"/>
                <a:gd name="connsiteX146" fmla="*/ 688032 w 1961045"/>
                <a:gd name="connsiteY146" fmla="*/ 105523 h 263764"/>
                <a:gd name="connsiteX147" fmla="*/ 657518 w 1961045"/>
                <a:gd name="connsiteY147" fmla="*/ 92738 h 263764"/>
                <a:gd name="connsiteX148" fmla="*/ 659137 w 1961045"/>
                <a:gd name="connsiteY148" fmla="*/ 89499 h 263764"/>
                <a:gd name="connsiteX149" fmla="*/ 727327 w 1961045"/>
                <a:gd name="connsiteY149" fmla="*/ 54466 h 263764"/>
                <a:gd name="connsiteX150" fmla="*/ 784776 w 1961045"/>
                <a:gd name="connsiteY150" fmla="*/ 71514 h 263764"/>
                <a:gd name="connsiteX151" fmla="*/ 806256 w 1961045"/>
                <a:gd name="connsiteY151" fmla="*/ 121037 h 263764"/>
                <a:gd name="connsiteX152" fmla="*/ 807535 w 1961045"/>
                <a:gd name="connsiteY152" fmla="*/ 222383 h 263764"/>
                <a:gd name="connsiteX153" fmla="*/ 813160 w 1961045"/>
                <a:gd name="connsiteY153" fmla="*/ 259973 h 263764"/>
                <a:gd name="connsiteX154" fmla="*/ 767814 w 1961045"/>
                <a:gd name="connsiteY154" fmla="*/ 205506 h 263764"/>
                <a:gd name="connsiteX155" fmla="*/ 773184 w 1961045"/>
                <a:gd name="connsiteY155" fmla="*/ 161183 h 263764"/>
                <a:gd name="connsiteX156" fmla="*/ 721531 w 1961045"/>
                <a:gd name="connsiteY156" fmla="*/ 170389 h 263764"/>
                <a:gd name="connsiteX157" fmla="*/ 678912 w 1961045"/>
                <a:gd name="connsiteY157" fmla="*/ 205933 h 263764"/>
                <a:gd name="connsiteX158" fmla="*/ 716075 w 1961045"/>
                <a:gd name="connsiteY158" fmla="*/ 235169 h 263764"/>
                <a:gd name="connsiteX159" fmla="*/ 767814 w 1961045"/>
                <a:gd name="connsiteY159" fmla="*/ 205506 h 263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961045" h="263764">
                  <a:moveTo>
                    <a:pt x="76969" y="151125"/>
                  </a:moveTo>
                  <a:lnTo>
                    <a:pt x="116775" y="43130"/>
                  </a:lnTo>
                  <a:lnTo>
                    <a:pt x="154620" y="151125"/>
                  </a:lnTo>
                  <a:close/>
                  <a:moveTo>
                    <a:pt x="193232" y="259973"/>
                  </a:moveTo>
                  <a:lnTo>
                    <a:pt x="229714" y="259973"/>
                  </a:lnTo>
                  <a:lnTo>
                    <a:pt x="135101" y="0"/>
                  </a:lnTo>
                  <a:lnTo>
                    <a:pt x="99045" y="0"/>
                  </a:lnTo>
                  <a:lnTo>
                    <a:pt x="0" y="259973"/>
                  </a:lnTo>
                  <a:lnTo>
                    <a:pt x="36822" y="259973"/>
                  </a:lnTo>
                  <a:lnTo>
                    <a:pt x="65888" y="180276"/>
                  </a:lnTo>
                  <a:lnTo>
                    <a:pt x="164933" y="180276"/>
                  </a:lnTo>
                  <a:close/>
                  <a:moveTo>
                    <a:pt x="366263" y="204910"/>
                  </a:moveTo>
                  <a:cubicBezTo>
                    <a:pt x="366263" y="226134"/>
                    <a:pt x="349216" y="237385"/>
                    <a:pt x="319724" y="237385"/>
                  </a:cubicBezTo>
                  <a:cubicBezTo>
                    <a:pt x="296028" y="237385"/>
                    <a:pt x="280089" y="230737"/>
                    <a:pt x="271309" y="215394"/>
                  </a:cubicBezTo>
                  <a:lnTo>
                    <a:pt x="236192" y="221531"/>
                  </a:lnTo>
                  <a:cubicBezTo>
                    <a:pt x="249829" y="249489"/>
                    <a:pt x="278299" y="262871"/>
                    <a:pt x="318275" y="262871"/>
                  </a:cubicBezTo>
                  <a:cubicBezTo>
                    <a:pt x="372656" y="262871"/>
                    <a:pt x="400955" y="232782"/>
                    <a:pt x="400955" y="200733"/>
                  </a:cubicBezTo>
                  <a:cubicBezTo>
                    <a:pt x="400955" y="159564"/>
                    <a:pt x="363024" y="148398"/>
                    <a:pt x="319383" y="139618"/>
                  </a:cubicBezTo>
                  <a:cubicBezTo>
                    <a:pt x="298244" y="135356"/>
                    <a:pt x="273525" y="127600"/>
                    <a:pt x="273525" y="108848"/>
                  </a:cubicBezTo>
                  <a:cubicBezTo>
                    <a:pt x="273525" y="95551"/>
                    <a:pt x="286481" y="80208"/>
                    <a:pt x="312479" y="80208"/>
                  </a:cubicBezTo>
                  <a:cubicBezTo>
                    <a:pt x="331060" y="79641"/>
                    <a:pt x="348399" y="89512"/>
                    <a:pt x="357398" y="105779"/>
                  </a:cubicBezTo>
                  <a:lnTo>
                    <a:pt x="388169" y="92908"/>
                  </a:lnTo>
                  <a:cubicBezTo>
                    <a:pt x="374105" y="66059"/>
                    <a:pt x="345551" y="55063"/>
                    <a:pt x="316314" y="55063"/>
                  </a:cubicBezTo>
                  <a:cubicBezTo>
                    <a:pt x="270627" y="55063"/>
                    <a:pt x="240283" y="77566"/>
                    <a:pt x="240283" y="113365"/>
                  </a:cubicBezTo>
                  <a:cubicBezTo>
                    <a:pt x="240283" y="154109"/>
                    <a:pt x="275230" y="162121"/>
                    <a:pt x="308984" y="169451"/>
                  </a:cubicBezTo>
                  <a:cubicBezTo>
                    <a:pt x="338135" y="175333"/>
                    <a:pt x="366263" y="182492"/>
                    <a:pt x="366263" y="204910"/>
                  </a:cubicBezTo>
                  <a:close/>
                  <a:moveTo>
                    <a:pt x="473747" y="341"/>
                  </a:moveTo>
                  <a:lnTo>
                    <a:pt x="439652" y="14661"/>
                  </a:lnTo>
                  <a:lnTo>
                    <a:pt x="439652" y="62649"/>
                  </a:lnTo>
                  <a:lnTo>
                    <a:pt x="408200" y="62649"/>
                  </a:lnTo>
                  <a:lnTo>
                    <a:pt x="408200" y="90266"/>
                  </a:lnTo>
                  <a:lnTo>
                    <a:pt x="439567" y="90266"/>
                  </a:lnTo>
                  <a:lnTo>
                    <a:pt x="439567" y="216843"/>
                  </a:lnTo>
                  <a:cubicBezTo>
                    <a:pt x="439141" y="242414"/>
                    <a:pt x="439141" y="261337"/>
                    <a:pt x="477583" y="261337"/>
                  </a:cubicBezTo>
                  <a:cubicBezTo>
                    <a:pt x="488357" y="260967"/>
                    <a:pt x="499095" y="259856"/>
                    <a:pt x="509717" y="258012"/>
                  </a:cubicBezTo>
                  <a:lnTo>
                    <a:pt x="509717" y="230651"/>
                  </a:lnTo>
                  <a:cubicBezTo>
                    <a:pt x="502698" y="233090"/>
                    <a:pt x="495391" y="234608"/>
                    <a:pt x="487981" y="235169"/>
                  </a:cubicBezTo>
                  <a:cubicBezTo>
                    <a:pt x="473747" y="235169"/>
                    <a:pt x="473747" y="225196"/>
                    <a:pt x="473747" y="201841"/>
                  </a:cubicBezTo>
                  <a:lnTo>
                    <a:pt x="473747" y="89925"/>
                  </a:lnTo>
                  <a:lnTo>
                    <a:pt x="509717" y="89925"/>
                  </a:lnTo>
                  <a:lnTo>
                    <a:pt x="509717" y="62308"/>
                  </a:lnTo>
                  <a:lnTo>
                    <a:pt x="473747" y="62308"/>
                  </a:lnTo>
                  <a:close/>
                  <a:moveTo>
                    <a:pt x="539635" y="62649"/>
                  </a:moveTo>
                  <a:lnTo>
                    <a:pt x="539635" y="259973"/>
                  </a:lnTo>
                  <a:lnTo>
                    <a:pt x="573048" y="259973"/>
                  </a:lnTo>
                  <a:lnTo>
                    <a:pt x="573048" y="168769"/>
                  </a:lnTo>
                  <a:cubicBezTo>
                    <a:pt x="573048" y="151722"/>
                    <a:pt x="573048" y="131691"/>
                    <a:pt x="581572" y="117627"/>
                  </a:cubicBezTo>
                  <a:cubicBezTo>
                    <a:pt x="592311" y="100580"/>
                    <a:pt x="608336" y="93505"/>
                    <a:pt x="641237" y="93249"/>
                  </a:cubicBezTo>
                  <a:lnTo>
                    <a:pt x="641237" y="59154"/>
                  </a:lnTo>
                  <a:cubicBezTo>
                    <a:pt x="627940" y="59154"/>
                    <a:pt x="592482" y="60433"/>
                    <a:pt x="573645" y="97767"/>
                  </a:cubicBezTo>
                  <a:lnTo>
                    <a:pt x="573645" y="62308"/>
                  </a:lnTo>
                  <a:close/>
                  <a:moveTo>
                    <a:pt x="836686" y="426"/>
                  </a:moveTo>
                  <a:lnTo>
                    <a:pt x="836686" y="32390"/>
                  </a:lnTo>
                  <a:lnTo>
                    <a:pt x="984401" y="32390"/>
                  </a:lnTo>
                  <a:lnTo>
                    <a:pt x="836515" y="226219"/>
                  </a:lnTo>
                  <a:lnTo>
                    <a:pt x="836515" y="260314"/>
                  </a:lnTo>
                  <a:lnTo>
                    <a:pt x="1027446" y="260314"/>
                  </a:lnTo>
                  <a:lnTo>
                    <a:pt x="1027446" y="228435"/>
                  </a:lnTo>
                  <a:lnTo>
                    <a:pt x="876662" y="228435"/>
                  </a:lnTo>
                  <a:lnTo>
                    <a:pt x="1023781" y="32390"/>
                  </a:lnTo>
                  <a:lnTo>
                    <a:pt x="1023781" y="0"/>
                  </a:lnTo>
                  <a:close/>
                  <a:moveTo>
                    <a:pt x="1235339" y="62649"/>
                  </a:moveTo>
                  <a:lnTo>
                    <a:pt x="1235339" y="259973"/>
                  </a:lnTo>
                  <a:lnTo>
                    <a:pt x="1268496" y="259973"/>
                  </a:lnTo>
                  <a:lnTo>
                    <a:pt x="1268496" y="147886"/>
                  </a:lnTo>
                  <a:cubicBezTo>
                    <a:pt x="1268496" y="133225"/>
                    <a:pt x="1268496" y="118224"/>
                    <a:pt x="1283157" y="103648"/>
                  </a:cubicBezTo>
                  <a:cubicBezTo>
                    <a:pt x="1293112" y="93670"/>
                    <a:pt x="1306742" y="88242"/>
                    <a:pt x="1320831" y="88646"/>
                  </a:cubicBezTo>
                  <a:cubicBezTo>
                    <a:pt x="1338902" y="88646"/>
                    <a:pt x="1357398" y="97170"/>
                    <a:pt x="1363450" y="115752"/>
                  </a:cubicBezTo>
                  <a:cubicBezTo>
                    <a:pt x="1365802" y="126406"/>
                    <a:pt x="1366527" y="137357"/>
                    <a:pt x="1365581" y="148227"/>
                  </a:cubicBezTo>
                  <a:lnTo>
                    <a:pt x="1365581" y="259973"/>
                  </a:lnTo>
                  <a:lnTo>
                    <a:pt x="1398653" y="259973"/>
                  </a:lnTo>
                  <a:lnTo>
                    <a:pt x="1398653" y="143198"/>
                  </a:lnTo>
                  <a:cubicBezTo>
                    <a:pt x="1399437" y="129609"/>
                    <a:pt x="1398295" y="115977"/>
                    <a:pt x="1395243" y="102711"/>
                  </a:cubicBezTo>
                  <a:cubicBezTo>
                    <a:pt x="1386293" y="74701"/>
                    <a:pt x="1359665" y="56179"/>
                    <a:pt x="1330293" y="57535"/>
                  </a:cubicBezTo>
                  <a:cubicBezTo>
                    <a:pt x="1304943" y="56916"/>
                    <a:pt x="1281264" y="70144"/>
                    <a:pt x="1268496" y="92056"/>
                  </a:cubicBezTo>
                  <a:lnTo>
                    <a:pt x="1268496" y="62308"/>
                  </a:lnTo>
                  <a:close/>
                  <a:moveTo>
                    <a:pt x="1750426" y="212496"/>
                  </a:moveTo>
                  <a:cubicBezTo>
                    <a:pt x="1741851" y="229508"/>
                    <a:pt x="1723815" y="239621"/>
                    <a:pt x="1704824" y="238067"/>
                  </a:cubicBezTo>
                  <a:cubicBezTo>
                    <a:pt x="1682492" y="238067"/>
                    <a:pt x="1645158" y="224003"/>
                    <a:pt x="1645158" y="158882"/>
                  </a:cubicBezTo>
                  <a:cubicBezTo>
                    <a:pt x="1645158" y="141323"/>
                    <a:pt x="1648312" y="79185"/>
                    <a:pt x="1702863" y="79185"/>
                  </a:cubicBezTo>
                  <a:cubicBezTo>
                    <a:pt x="1722587" y="77780"/>
                    <a:pt x="1741049" y="88992"/>
                    <a:pt x="1748891" y="107143"/>
                  </a:cubicBezTo>
                  <a:lnTo>
                    <a:pt x="1780003" y="94187"/>
                  </a:lnTo>
                  <a:cubicBezTo>
                    <a:pt x="1760825" y="62308"/>
                    <a:pt x="1726304" y="54807"/>
                    <a:pt x="1701670" y="54807"/>
                  </a:cubicBezTo>
                  <a:cubicBezTo>
                    <a:pt x="1638680" y="54807"/>
                    <a:pt x="1607909" y="105438"/>
                    <a:pt x="1607909" y="161354"/>
                  </a:cubicBezTo>
                  <a:cubicBezTo>
                    <a:pt x="1607909" y="209683"/>
                    <a:pt x="1634248" y="263638"/>
                    <a:pt x="1704057" y="263638"/>
                  </a:cubicBezTo>
                  <a:cubicBezTo>
                    <a:pt x="1734384" y="265302"/>
                    <a:pt x="1763228" y="250391"/>
                    <a:pt x="1779406" y="224685"/>
                  </a:cubicBezTo>
                  <a:close/>
                  <a:moveTo>
                    <a:pt x="1075179" y="140641"/>
                  </a:moveTo>
                  <a:lnTo>
                    <a:pt x="1179935" y="140641"/>
                  </a:lnTo>
                  <a:cubicBezTo>
                    <a:pt x="1176952" y="88902"/>
                    <a:pt x="1147204" y="80208"/>
                    <a:pt x="1127344" y="80208"/>
                  </a:cubicBezTo>
                  <a:cubicBezTo>
                    <a:pt x="1098960" y="80208"/>
                    <a:pt x="1078844" y="101006"/>
                    <a:pt x="1075179" y="140641"/>
                  </a:cubicBezTo>
                  <a:close/>
                  <a:moveTo>
                    <a:pt x="1207211" y="222128"/>
                  </a:moveTo>
                  <a:cubicBezTo>
                    <a:pt x="1195874" y="241391"/>
                    <a:pt x="1174139" y="263382"/>
                    <a:pt x="1131094" y="263382"/>
                  </a:cubicBezTo>
                  <a:cubicBezTo>
                    <a:pt x="1072707" y="263382"/>
                    <a:pt x="1039123" y="223747"/>
                    <a:pt x="1039123" y="157348"/>
                  </a:cubicBezTo>
                  <a:cubicBezTo>
                    <a:pt x="1039123" y="83106"/>
                    <a:pt x="1088135" y="55063"/>
                    <a:pt x="1129816" y="55063"/>
                  </a:cubicBezTo>
                  <a:cubicBezTo>
                    <a:pt x="1166041" y="55063"/>
                    <a:pt x="1200818" y="75094"/>
                    <a:pt x="1212495" y="124702"/>
                  </a:cubicBezTo>
                  <a:cubicBezTo>
                    <a:pt x="1215249" y="137872"/>
                    <a:pt x="1216510" y="151311"/>
                    <a:pt x="1216246" y="164763"/>
                  </a:cubicBezTo>
                  <a:lnTo>
                    <a:pt x="1074326" y="164763"/>
                  </a:lnTo>
                  <a:cubicBezTo>
                    <a:pt x="1073474" y="197750"/>
                    <a:pt x="1087282" y="239516"/>
                    <a:pt x="1133992" y="238749"/>
                  </a:cubicBezTo>
                  <a:cubicBezTo>
                    <a:pt x="1150690" y="239087"/>
                    <a:pt x="1166305" y="230515"/>
                    <a:pt x="1174991" y="216246"/>
                  </a:cubicBezTo>
                  <a:close/>
                  <a:moveTo>
                    <a:pt x="1452182" y="140641"/>
                  </a:moveTo>
                  <a:lnTo>
                    <a:pt x="1556938" y="140641"/>
                  </a:lnTo>
                  <a:cubicBezTo>
                    <a:pt x="1554040" y="88902"/>
                    <a:pt x="1524207" y="80208"/>
                    <a:pt x="1504347" y="80208"/>
                  </a:cubicBezTo>
                  <a:cubicBezTo>
                    <a:pt x="1475963" y="80208"/>
                    <a:pt x="1455847" y="101006"/>
                    <a:pt x="1452182" y="140641"/>
                  </a:cubicBezTo>
                  <a:close/>
                  <a:moveTo>
                    <a:pt x="1584214" y="222128"/>
                  </a:moveTo>
                  <a:cubicBezTo>
                    <a:pt x="1572877" y="241391"/>
                    <a:pt x="1551142" y="263382"/>
                    <a:pt x="1508097" y="263382"/>
                  </a:cubicBezTo>
                  <a:cubicBezTo>
                    <a:pt x="1449710" y="263382"/>
                    <a:pt x="1416212" y="223747"/>
                    <a:pt x="1416212" y="157348"/>
                  </a:cubicBezTo>
                  <a:cubicBezTo>
                    <a:pt x="1416212" y="83106"/>
                    <a:pt x="1465138" y="55063"/>
                    <a:pt x="1506818" y="55063"/>
                  </a:cubicBezTo>
                  <a:cubicBezTo>
                    <a:pt x="1543129" y="55063"/>
                    <a:pt x="1577821" y="75094"/>
                    <a:pt x="1589498" y="124702"/>
                  </a:cubicBezTo>
                  <a:cubicBezTo>
                    <a:pt x="1592251" y="137872"/>
                    <a:pt x="1593513" y="151311"/>
                    <a:pt x="1593249" y="164763"/>
                  </a:cubicBezTo>
                  <a:lnTo>
                    <a:pt x="1450988" y="164763"/>
                  </a:lnTo>
                  <a:cubicBezTo>
                    <a:pt x="1450221" y="197750"/>
                    <a:pt x="1464029" y="239516"/>
                    <a:pt x="1510654" y="238749"/>
                  </a:cubicBezTo>
                  <a:cubicBezTo>
                    <a:pt x="1527352" y="239087"/>
                    <a:pt x="1542967" y="230515"/>
                    <a:pt x="1551653" y="216246"/>
                  </a:cubicBezTo>
                  <a:close/>
                  <a:moveTo>
                    <a:pt x="1961046" y="259973"/>
                  </a:moveTo>
                  <a:lnTo>
                    <a:pt x="1926525" y="259973"/>
                  </a:lnTo>
                  <a:cubicBezTo>
                    <a:pt x="1924582" y="250352"/>
                    <a:pt x="1923269" y="240614"/>
                    <a:pt x="1922604" y="230822"/>
                  </a:cubicBezTo>
                  <a:cubicBezTo>
                    <a:pt x="1906460" y="250823"/>
                    <a:pt x="1882159" y="262473"/>
                    <a:pt x="1856460" y="262530"/>
                  </a:cubicBezTo>
                  <a:cubicBezTo>
                    <a:pt x="1818018" y="262530"/>
                    <a:pt x="1789549" y="239772"/>
                    <a:pt x="1789549" y="206444"/>
                  </a:cubicBezTo>
                  <a:cubicBezTo>
                    <a:pt x="1789439" y="195910"/>
                    <a:pt x="1792405" y="185574"/>
                    <a:pt x="1798073" y="176696"/>
                  </a:cubicBezTo>
                  <a:cubicBezTo>
                    <a:pt x="1809410" y="159649"/>
                    <a:pt x="1830293" y="146693"/>
                    <a:pt x="1889106" y="142005"/>
                  </a:cubicBezTo>
                  <a:lnTo>
                    <a:pt x="1920388" y="139533"/>
                  </a:lnTo>
                  <a:lnTo>
                    <a:pt x="1920388" y="134675"/>
                  </a:lnTo>
                  <a:cubicBezTo>
                    <a:pt x="1920388" y="114132"/>
                    <a:pt x="1920388" y="79952"/>
                    <a:pt x="1876320" y="79952"/>
                  </a:cubicBezTo>
                  <a:cubicBezTo>
                    <a:pt x="1848618" y="79952"/>
                    <a:pt x="1839157" y="93335"/>
                    <a:pt x="1836003" y="105523"/>
                  </a:cubicBezTo>
                  <a:lnTo>
                    <a:pt x="1805489" y="92738"/>
                  </a:lnTo>
                  <a:cubicBezTo>
                    <a:pt x="1805489" y="91715"/>
                    <a:pt x="1806426" y="90607"/>
                    <a:pt x="1807023" y="89499"/>
                  </a:cubicBezTo>
                  <a:cubicBezTo>
                    <a:pt x="1818786" y="67849"/>
                    <a:pt x="1841800" y="54466"/>
                    <a:pt x="1875212" y="54466"/>
                  </a:cubicBezTo>
                  <a:cubicBezTo>
                    <a:pt x="1895669" y="54058"/>
                    <a:pt x="1915743" y="60015"/>
                    <a:pt x="1932662" y="71514"/>
                  </a:cubicBezTo>
                  <a:cubicBezTo>
                    <a:pt x="1954653" y="88561"/>
                    <a:pt x="1954142" y="121037"/>
                    <a:pt x="1954142" y="121037"/>
                  </a:cubicBezTo>
                  <a:lnTo>
                    <a:pt x="1955506" y="222383"/>
                  </a:lnTo>
                  <a:cubicBezTo>
                    <a:pt x="1955506" y="222383"/>
                    <a:pt x="1956784" y="251705"/>
                    <a:pt x="1961046" y="259973"/>
                  </a:cubicBezTo>
                  <a:close/>
                  <a:moveTo>
                    <a:pt x="1915700" y="205506"/>
                  </a:moveTo>
                  <a:cubicBezTo>
                    <a:pt x="1920644" y="194596"/>
                    <a:pt x="1921070" y="190079"/>
                    <a:pt x="1921070" y="161183"/>
                  </a:cubicBezTo>
                  <a:cubicBezTo>
                    <a:pt x="1908199" y="163229"/>
                    <a:pt x="1890726" y="165786"/>
                    <a:pt x="1869331" y="170389"/>
                  </a:cubicBezTo>
                  <a:cubicBezTo>
                    <a:pt x="1832679" y="178316"/>
                    <a:pt x="1826713" y="192124"/>
                    <a:pt x="1826713" y="205933"/>
                  </a:cubicBezTo>
                  <a:cubicBezTo>
                    <a:pt x="1826713" y="221787"/>
                    <a:pt x="1839242" y="235169"/>
                    <a:pt x="1863791" y="235169"/>
                  </a:cubicBezTo>
                  <a:cubicBezTo>
                    <a:pt x="1886549" y="235169"/>
                    <a:pt x="1906068" y="225963"/>
                    <a:pt x="1915700" y="205506"/>
                  </a:cubicBezTo>
                  <a:close/>
                  <a:moveTo>
                    <a:pt x="813160" y="259973"/>
                  </a:moveTo>
                  <a:lnTo>
                    <a:pt x="779066" y="259973"/>
                  </a:lnTo>
                  <a:cubicBezTo>
                    <a:pt x="777123" y="250352"/>
                    <a:pt x="775813" y="240614"/>
                    <a:pt x="775145" y="230822"/>
                  </a:cubicBezTo>
                  <a:cubicBezTo>
                    <a:pt x="758910" y="250939"/>
                    <a:pt x="734424" y="262602"/>
                    <a:pt x="708575" y="262530"/>
                  </a:cubicBezTo>
                  <a:cubicBezTo>
                    <a:pt x="670133" y="262530"/>
                    <a:pt x="641664" y="239772"/>
                    <a:pt x="641664" y="206444"/>
                  </a:cubicBezTo>
                  <a:cubicBezTo>
                    <a:pt x="641514" y="195905"/>
                    <a:pt x="644479" y="185557"/>
                    <a:pt x="650187" y="176696"/>
                  </a:cubicBezTo>
                  <a:cubicBezTo>
                    <a:pt x="661439" y="159649"/>
                    <a:pt x="682492" y="146693"/>
                    <a:pt x="741306" y="142005"/>
                  </a:cubicBezTo>
                  <a:lnTo>
                    <a:pt x="772502" y="139533"/>
                  </a:lnTo>
                  <a:lnTo>
                    <a:pt x="772502" y="134675"/>
                  </a:lnTo>
                  <a:cubicBezTo>
                    <a:pt x="772502" y="114132"/>
                    <a:pt x="772502" y="79952"/>
                    <a:pt x="728435" y="79952"/>
                  </a:cubicBezTo>
                  <a:cubicBezTo>
                    <a:pt x="700733" y="79952"/>
                    <a:pt x="691357" y="93335"/>
                    <a:pt x="688032" y="105523"/>
                  </a:cubicBezTo>
                  <a:lnTo>
                    <a:pt x="657518" y="92738"/>
                  </a:lnTo>
                  <a:lnTo>
                    <a:pt x="659137" y="89499"/>
                  </a:lnTo>
                  <a:cubicBezTo>
                    <a:pt x="670900" y="67849"/>
                    <a:pt x="693914" y="54466"/>
                    <a:pt x="727327" y="54466"/>
                  </a:cubicBezTo>
                  <a:cubicBezTo>
                    <a:pt x="747780" y="54058"/>
                    <a:pt x="767856" y="60015"/>
                    <a:pt x="784776" y="71514"/>
                  </a:cubicBezTo>
                  <a:cubicBezTo>
                    <a:pt x="806768" y="88561"/>
                    <a:pt x="806256" y="121037"/>
                    <a:pt x="806256" y="121037"/>
                  </a:cubicBezTo>
                  <a:lnTo>
                    <a:pt x="807535" y="222383"/>
                  </a:lnTo>
                  <a:cubicBezTo>
                    <a:pt x="807905" y="235093"/>
                    <a:pt x="809793" y="247712"/>
                    <a:pt x="813160" y="259973"/>
                  </a:cubicBezTo>
                  <a:close/>
                  <a:moveTo>
                    <a:pt x="767814" y="205506"/>
                  </a:moveTo>
                  <a:cubicBezTo>
                    <a:pt x="772758" y="194596"/>
                    <a:pt x="773184" y="190079"/>
                    <a:pt x="773184" y="161183"/>
                  </a:cubicBezTo>
                  <a:cubicBezTo>
                    <a:pt x="760313" y="163229"/>
                    <a:pt x="742840" y="165786"/>
                    <a:pt x="721531" y="170389"/>
                  </a:cubicBezTo>
                  <a:cubicBezTo>
                    <a:pt x="684793" y="178316"/>
                    <a:pt x="678912" y="192124"/>
                    <a:pt x="678912" y="205933"/>
                  </a:cubicBezTo>
                  <a:cubicBezTo>
                    <a:pt x="678912" y="221787"/>
                    <a:pt x="691442" y="235169"/>
                    <a:pt x="716075" y="235169"/>
                  </a:cubicBezTo>
                  <a:cubicBezTo>
                    <a:pt x="738578" y="235169"/>
                    <a:pt x="758268" y="225963"/>
                    <a:pt x="767814" y="205506"/>
                  </a:cubicBezTo>
                  <a:close/>
                </a:path>
              </a:pathLst>
            </a:custGeom>
            <a:solidFill>
              <a:srgbClr val="FFFFFF"/>
            </a:solidFill>
            <a:ln w="851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992E83A-3237-63F8-CCF9-7CAA80071C18}"/>
                </a:ext>
              </a:extLst>
            </p:cNvPr>
            <p:cNvSpPr/>
            <p:nvPr/>
          </p:nvSpPr>
          <p:spPr>
            <a:xfrm>
              <a:off x="11101014" y="436310"/>
              <a:ext cx="483401" cy="585338"/>
            </a:xfrm>
            <a:custGeom>
              <a:avLst/>
              <a:gdLst>
                <a:gd name="connsiteX0" fmla="*/ 244171 w 483401"/>
                <a:gd name="connsiteY0" fmla="*/ 412509 h 585338"/>
                <a:gd name="connsiteX1" fmla="*/ 228743 w 483401"/>
                <a:gd name="connsiteY1" fmla="*/ 422482 h 585338"/>
                <a:gd name="connsiteX2" fmla="*/ 30141 w 483401"/>
                <a:gd name="connsiteY2" fmla="*/ 320198 h 585338"/>
                <a:gd name="connsiteX3" fmla="*/ 223 w 483401"/>
                <a:gd name="connsiteY3" fmla="*/ 286103 h 585338"/>
                <a:gd name="connsiteX4" fmla="*/ 72248 w 483401"/>
                <a:gd name="connsiteY4" fmla="*/ 172311 h 585338"/>
                <a:gd name="connsiteX5" fmla="*/ 264798 w 483401"/>
                <a:gd name="connsiteY5" fmla="*/ 303 h 585338"/>
                <a:gd name="connsiteX6" fmla="*/ 321566 w 483401"/>
                <a:gd name="connsiteY6" fmla="*/ 210242 h 585338"/>
                <a:gd name="connsiteX7" fmla="*/ 257553 w 483401"/>
                <a:gd name="connsiteY7" fmla="*/ 192257 h 585338"/>
                <a:gd name="connsiteX8" fmla="*/ 249030 w 483401"/>
                <a:gd name="connsiteY8" fmla="*/ 117760 h 585338"/>
                <a:gd name="connsiteX9" fmla="*/ 238375 w 483401"/>
                <a:gd name="connsiteY9" fmla="*/ 97047 h 585338"/>
                <a:gd name="connsiteX10" fmla="*/ 201126 w 483401"/>
                <a:gd name="connsiteY10" fmla="*/ 126539 h 585338"/>
                <a:gd name="connsiteX11" fmla="*/ 155013 w 483401"/>
                <a:gd name="connsiteY11" fmla="*/ 173164 h 585338"/>
                <a:gd name="connsiteX12" fmla="*/ 119725 w 483401"/>
                <a:gd name="connsiteY12" fmla="*/ 184074 h 585338"/>
                <a:gd name="connsiteX13" fmla="*/ 116571 w 483401"/>
                <a:gd name="connsiteY13" fmla="*/ 211861 h 585338"/>
                <a:gd name="connsiteX14" fmla="*/ 89722 w 483401"/>
                <a:gd name="connsiteY14" fmla="*/ 238796 h 585338"/>
                <a:gd name="connsiteX15" fmla="*/ 41052 w 483401"/>
                <a:gd name="connsiteY15" fmla="*/ 289939 h 585338"/>
                <a:gd name="connsiteX16" fmla="*/ 68327 w 483401"/>
                <a:gd name="connsiteY16" fmla="*/ 315510 h 585338"/>
                <a:gd name="connsiteX17" fmla="*/ 244171 w 483401"/>
                <a:gd name="connsiteY17" fmla="*/ 412509 h 585338"/>
                <a:gd name="connsiteX18" fmla="*/ 399047 w 483401"/>
                <a:gd name="connsiteY18" fmla="*/ 243655 h 585338"/>
                <a:gd name="connsiteX19" fmla="*/ 162344 w 483401"/>
                <a:gd name="connsiteY19" fmla="*/ 180835 h 585338"/>
                <a:gd name="connsiteX20" fmla="*/ 127737 w 483401"/>
                <a:gd name="connsiteY20" fmla="*/ 221919 h 585338"/>
                <a:gd name="connsiteX21" fmla="*/ 217236 w 483401"/>
                <a:gd name="connsiteY21" fmla="*/ 351139 h 585338"/>
                <a:gd name="connsiteX22" fmla="*/ 310997 w 483401"/>
                <a:gd name="connsiteY22" fmla="*/ 339973 h 585338"/>
                <a:gd name="connsiteX23" fmla="*/ 312446 w 483401"/>
                <a:gd name="connsiteY23" fmla="*/ 333154 h 585338"/>
                <a:gd name="connsiteX24" fmla="*/ 319265 w 483401"/>
                <a:gd name="connsiteY24" fmla="*/ 287041 h 585338"/>
                <a:gd name="connsiteX25" fmla="*/ 263861 w 483401"/>
                <a:gd name="connsiteY25" fmla="*/ 262918 h 585338"/>
                <a:gd name="connsiteX26" fmla="*/ 267526 w 483401"/>
                <a:gd name="connsiteY26" fmla="*/ 322158 h 585338"/>
                <a:gd name="connsiteX27" fmla="*/ 267526 w 483401"/>
                <a:gd name="connsiteY27" fmla="*/ 329318 h 585338"/>
                <a:gd name="connsiteX28" fmla="*/ 240165 w 483401"/>
                <a:gd name="connsiteY28" fmla="*/ 347815 h 585338"/>
                <a:gd name="connsiteX29" fmla="*/ 148280 w 483401"/>
                <a:gd name="connsiteY29" fmla="*/ 211435 h 585338"/>
                <a:gd name="connsiteX30" fmla="*/ 150411 w 483401"/>
                <a:gd name="connsiteY30" fmla="*/ 209304 h 585338"/>
                <a:gd name="connsiteX31" fmla="*/ 151945 w 483401"/>
                <a:gd name="connsiteY31" fmla="*/ 209901 h 585338"/>
                <a:gd name="connsiteX32" fmla="*/ 151945 w 483401"/>
                <a:gd name="connsiteY32" fmla="*/ 209901 h 585338"/>
                <a:gd name="connsiteX33" fmla="*/ 262753 w 483401"/>
                <a:gd name="connsiteY33" fmla="*/ 254906 h 585338"/>
                <a:gd name="connsiteX34" fmla="*/ 319265 w 483401"/>
                <a:gd name="connsiteY34" fmla="*/ 279454 h 585338"/>
                <a:gd name="connsiteX35" fmla="*/ 363332 w 483401"/>
                <a:gd name="connsiteY35" fmla="*/ 300678 h 585338"/>
                <a:gd name="connsiteX36" fmla="*/ 383704 w 483401"/>
                <a:gd name="connsiteY36" fmla="*/ 328551 h 585338"/>
                <a:gd name="connsiteX37" fmla="*/ 134301 w 483401"/>
                <a:gd name="connsiteY37" fmla="*/ 514368 h 585338"/>
                <a:gd name="connsiteX38" fmla="*/ 133789 w 483401"/>
                <a:gd name="connsiteY38" fmla="*/ 515135 h 585338"/>
                <a:gd name="connsiteX39" fmla="*/ 132085 w 483401"/>
                <a:gd name="connsiteY39" fmla="*/ 517948 h 585338"/>
                <a:gd name="connsiteX40" fmla="*/ 131573 w 483401"/>
                <a:gd name="connsiteY40" fmla="*/ 518800 h 585338"/>
                <a:gd name="connsiteX41" fmla="*/ 123987 w 483401"/>
                <a:gd name="connsiteY41" fmla="*/ 541985 h 585338"/>
                <a:gd name="connsiteX42" fmla="*/ 155099 w 483401"/>
                <a:gd name="connsiteY42" fmla="*/ 581279 h 585338"/>
                <a:gd name="connsiteX43" fmla="*/ 175982 w 483401"/>
                <a:gd name="connsiteY43" fmla="*/ 585200 h 585338"/>
                <a:gd name="connsiteX44" fmla="*/ 180243 w 483401"/>
                <a:gd name="connsiteY44" fmla="*/ 585200 h 585338"/>
                <a:gd name="connsiteX45" fmla="*/ 386943 w 483401"/>
                <a:gd name="connsiteY45" fmla="*/ 544115 h 585338"/>
                <a:gd name="connsiteX46" fmla="*/ 402712 w 483401"/>
                <a:gd name="connsiteY46" fmla="*/ 501497 h 585338"/>
                <a:gd name="connsiteX47" fmla="*/ 330772 w 483401"/>
                <a:gd name="connsiteY47" fmla="*/ 459475 h 585338"/>
                <a:gd name="connsiteX48" fmla="*/ 315429 w 483401"/>
                <a:gd name="connsiteY48" fmla="*/ 469363 h 585338"/>
                <a:gd name="connsiteX49" fmla="*/ 372964 w 483401"/>
                <a:gd name="connsiteY49" fmla="*/ 507975 h 585338"/>
                <a:gd name="connsiteX50" fmla="*/ 369725 w 483401"/>
                <a:gd name="connsiteY50" fmla="*/ 513771 h 585338"/>
                <a:gd name="connsiteX51" fmla="*/ 365975 w 483401"/>
                <a:gd name="connsiteY51" fmla="*/ 513771 h 585338"/>
                <a:gd name="connsiteX52" fmla="*/ 238972 w 483401"/>
                <a:gd name="connsiteY52" fmla="*/ 522295 h 585338"/>
                <a:gd name="connsiteX53" fmla="*/ 226868 w 483401"/>
                <a:gd name="connsiteY53" fmla="*/ 522891 h 585338"/>
                <a:gd name="connsiteX54" fmla="*/ 246728 w 483401"/>
                <a:gd name="connsiteY54" fmla="*/ 506782 h 585338"/>
                <a:gd name="connsiteX55" fmla="*/ 448314 w 483401"/>
                <a:gd name="connsiteY55" fmla="*/ 371681 h 585338"/>
                <a:gd name="connsiteX56" fmla="*/ 399047 w 483401"/>
                <a:gd name="connsiteY56" fmla="*/ 243655 h 58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83401" h="585338">
                  <a:moveTo>
                    <a:pt x="244171" y="412509"/>
                  </a:moveTo>
                  <a:cubicBezTo>
                    <a:pt x="239057" y="415834"/>
                    <a:pt x="233858" y="419073"/>
                    <a:pt x="228743" y="422482"/>
                  </a:cubicBezTo>
                  <a:cubicBezTo>
                    <a:pt x="169077" y="389410"/>
                    <a:pt x="41222" y="325653"/>
                    <a:pt x="30141" y="320198"/>
                  </a:cubicBezTo>
                  <a:cubicBezTo>
                    <a:pt x="19060" y="314743"/>
                    <a:pt x="-2419" y="305707"/>
                    <a:pt x="223" y="286103"/>
                  </a:cubicBezTo>
                  <a:cubicBezTo>
                    <a:pt x="4059" y="257975"/>
                    <a:pt x="51791" y="197883"/>
                    <a:pt x="72248" y="172311"/>
                  </a:cubicBezTo>
                  <a:cubicBezTo>
                    <a:pt x="183056" y="37637"/>
                    <a:pt x="232068" y="-4044"/>
                    <a:pt x="264798" y="303"/>
                  </a:cubicBezTo>
                  <a:cubicBezTo>
                    <a:pt x="299831" y="4906"/>
                    <a:pt x="319180" y="41046"/>
                    <a:pt x="321566" y="210242"/>
                  </a:cubicBezTo>
                  <a:cubicBezTo>
                    <a:pt x="302047" y="204190"/>
                    <a:pt x="280482" y="197968"/>
                    <a:pt x="257553" y="192257"/>
                  </a:cubicBezTo>
                  <a:cubicBezTo>
                    <a:pt x="255678" y="167709"/>
                    <a:pt x="251075" y="130545"/>
                    <a:pt x="249030" y="117760"/>
                  </a:cubicBezTo>
                  <a:cubicBezTo>
                    <a:pt x="247069" y="103269"/>
                    <a:pt x="244256" y="97814"/>
                    <a:pt x="238375" y="97047"/>
                  </a:cubicBezTo>
                  <a:cubicBezTo>
                    <a:pt x="232494" y="96280"/>
                    <a:pt x="215702" y="111623"/>
                    <a:pt x="201126" y="126539"/>
                  </a:cubicBezTo>
                  <a:cubicBezTo>
                    <a:pt x="194478" y="133358"/>
                    <a:pt x="175555" y="152110"/>
                    <a:pt x="155013" y="173164"/>
                  </a:cubicBezTo>
                  <a:cubicBezTo>
                    <a:pt x="137966" y="172056"/>
                    <a:pt x="126118" y="175636"/>
                    <a:pt x="119725" y="184074"/>
                  </a:cubicBezTo>
                  <a:cubicBezTo>
                    <a:pt x="114415" y="192343"/>
                    <a:pt x="113247" y="202612"/>
                    <a:pt x="116571" y="211861"/>
                  </a:cubicBezTo>
                  <a:lnTo>
                    <a:pt x="89722" y="238796"/>
                  </a:lnTo>
                  <a:cubicBezTo>
                    <a:pt x="66623" y="261725"/>
                    <a:pt x="42330" y="280733"/>
                    <a:pt x="41052" y="289939"/>
                  </a:cubicBezTo>
                  <a:cubicBezTo>
                    <a:pt x="40114" y="297525"/>
                    <a:pt x="51706" y="305452"/>
                    <a:pt x="68327" y="315510"/>
                  </a:cubicBezTo>
                  <a:cubicBezTo>
                    <a:pt x="109156" y="339632"/>
                    <a:pt x="208627" y="393928"/>
                    <a:pt x="244171" y="412509"/>
                  </a:cubicBezTo>
                  <a:close/>
                  <a:moveTo>
                    <a:pt x="399047" y="243655"/>
                  </a:moveTo>
                  <a:cubicBezTo>
                    <a:pt x="360179" y="230102"/>
                    <a:pt x="263861" y="194217"/>
                    <a:pt x="162344" y="180835"/>
                  </a:cubicBezTo>
                  <a:cubicBezTo>
                    <a:pt x="127397" y="176232"/>
                    <a:pt x="113333" y="188677"/>
                    <a:pt x="127737" y="221919"/>
                  </a:cubicBezTo>
                  <a:cubicBezTo>
                    <a:pt x="142143" y="255162"/>
                    <a:pt x="178880" y="309884"/>
                    <a:pt x="217236" y="351139"/>
                  </a:cubicBezTo>
                  <a:cubicBezTo>
                    <a:pt x="255593" y="392393"/>
                    <a:pt x="297529" y="403560"/>
                    <a:pt x="310997" y="339973"/>
                  </a:cubicBezTo>
                  <a:cubicBezTo>
                    <a:pt x="311508" y="337671"/>
                    <a:pt x="311935" y="335370"/>
                    <a:pt x="312446" y="333154"/>
                  </a:cubicBezTo>
                  <a:cubicBezTo>
                    <a:pt x="315600" y="316788"/>
                    <a:pt x="317986" y="300934"/>
                    <a:pt x="319265" y="287041"/>
                  </a:cubicBezTo>
                  <a:cubicBezTo>
                    <a:pt x="302218" y="279284"/>
                    <a:pt x="283039" y="271016"/>
                    <a:pt x="263861" y="262918"/>
                  </a:cubicBezTo>
                  <a:cubicBezTo>
                    <a:pt x="264884" y="277579"/>
                    <a:pt x="266588" y="302724"/>
                    <a:pt x="267526" y="322158"/>
                  </a:cubicBezTo>
                  <a:cubicBezTo>
                    <a:pt x="267526" y="324630"/>
                    <a:pt x="267526" y="327017"/>
                    <a:pt x="267526" y="329318"/>
                  </a:cubicBezTo>
                  <a:cubicBezTo>
                    <a:pt x="268719" y="360771"/>
                    <a:pt x="257980" y="360600"/>
                    <a:pt x="240165" y="347815"/>
                  </a:cubicBezTo>
                  <a:cubicBezTo>
                    <a:pt x="219282" y="332983"/>
                    <a:pt x="155610" y="248769"/>
                    <a:pt x="148280" y="211435"/>
                  </a:cubicBezTo>
                  <a:cubicBezTo>
                    <a:pt x="148280" y="208963"/>
                    <a:pt x="149132" y="208878"/>
                    <a:pt x="150411" y="209304"/>
                  </a:cubicBezTo>
                  <a:lnTo>
                    <a:pt x="151945" y="209901"/>
                  </a:lnTo>
                  <a:lnTo>
                    <a:pt x="151945" y="209901"/>
                  </a:lnTo>
                  <a:cubicBezTo>
                    <a:pt x="166350" y="215527"/>
                    <a:pt x="214253" y="234449"/>
                    <a:pt x="262753" y="254906"/>
                  </a:cubicBezTo>
                  <a:cubicBezTo>
                    <a:pt x="282187" y="263430"/>
                    <a:pt x="301706" y="271954"/>
                    <a:pt x="319265" y="279454"/>
                  </a:cubicBezTo>
                  <a:cubicBezTo>
                    <a:pt x="336824" y="286955"/>
                    <a:pt x="351825" y="294541"/>
                    <a:pt x="363332" y="300678"/>
                  </a:cubicBezTo>
                  <a:cubicBezTo>
                    <a:pt x="384386" y="311930"/>
                    <a:pt x="392483" y="319601"/>
                    <a:pt x="383704" y="328551"/>
                  </a:cubicBezTo>
                  <a:cubicBezTo>
                    <a:pt x="339892" y="373045"/>
                    <a:pt x="187062" y="436205"/>
                    <a:pt x="134301" y="514368"/>
                  </a:cubicBezTo>
                  <a:lnTo>
                    <a:pt x="133789" y="515135"/>
                  </a:lnTo>
                  <a:cubicBezTo>
                    <a:pt x="133150" y="516030"/>
                    <a:pt x="132579" y="516970"/>
                    <a:pt x="132085" y="517948"/>
                  </a:cubicBezTo>
                  <a:lnTo>
                    <a:pt x="131573" y="518800"/>
                  </a:lnTo>
                  <a:cubicBezTo>
                    <a:pt x="127669" y="526009"/>
                    <a:pt x="125104" y="533863"/>
                    <a:pt x="123987" y="541985"/>
                  </a:cubicBezTo>
                  <a:cubicBezTo>
                    <a:pt x="121771" y="559032"/>
                    <a:pt x="130636" y="574715"/>
                    <a:pt x="155099" y="581279"/>
                  </a:cubicBezTo>
                  <a:cubicBezTo>
                    <a:pt x="161918" y="583252"/>
                    <a:pt x="168907" y="584565"/>
                    <a:pt x="175982" y="585200"/>
                  </a:cubicBezTo>
                  <a:lnTo>
                    <a:pt x="180243" y="585200"/>
                  </a:lnTo>
                  <a:cubicBezTo>
                    <a:pt x="227379" y="587501"/>
                    <a:pt x="349694" y="560651"/>
                    <a:pt x="386943" y="544115"/>
                  </a:cubicBezTo>
                  <a:cubicBezTo>
                    <a:pt x="424192" y="527579"/>
                    <a:pt x="413878" y="510021"/>
                    <a:pt x="402712" y="501497"/>
                  </a:cubicBezTo>
                  <a:cubicBezTo>
                    <a:pt x="394188" y="494848"/>
                    <a:pt x="351570" y="470982"/>
                    <a:pt x="330772" y="459475"/>
                  </a:cubicBezTo>
                  <a:lnTo>
                    <a:pt x="315429" y="469363"/>
                  </a:lnTo>
                  <a:cubicBezTo>
                    <a:pt x="335341" y="481106"/>
                    <a:pt x="354553" y="493999"/>
                    <a:pt x="372964" y="507975"/>
                  </a:cubicBezTo>
                  <a:cubicBezTo>
                    <a:pt x="376118" y="510447"/>
                    <a:pt x="374413" y="513430"/>
                    <a:pt x="369725" y="513771"/>
                  </a:cubicBezTo>
                  <a:lnTo>
                    <a:pt x="365975" y="513771"/>
                  </a:lnTo>
                  <a:cubicBezTo>
                    <a:pt x="332391" y="516072"/>
                    <a:pt x="268805" y="520505"/>
                    <a:pt x="238972" y="522295"/>
                  </a:cubicBezTo>
                  <a:lnTo>
                    <a:pt x="226868" y="522891"/>
                  </a:lnTo>
                  <a:cubicBezTo>
                    <a:pt x="233150" y="517123"/>
                    <a:pt x="239790" y="511742"/>
                    <a:pt x="246728" y="506782"/>
                  </a:cubicBezTo>
                  <a:cubicBezTo>
                    <a:pt x="310486" y="461947"/>
                    <a:pt x="417202" y="398872"/>
                    <a:pt x="448314" y="371681"/>
                  </a:cubicBezTo>
                  <a:cubicBezTo>
                    <a:pt x="471668" y="352162"/>
                    <a:pt x="534659" y="290961"/>
                    <a:pt x="399047" y="243655"/>
                  </a:cubicBezTo>
                  <a:close/>
                </a:path>
              </a:pathLst>
            </a:custGeom>
            <a:solidFill>
              <a:schemeClr val="accent4"/>
            </a:solidFill>
            <a:ln w="851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7924801" y="1793322"/>
            <a:ext cx="3657600" cy="2649130"/>
          </a:xfrm>
        </p:spPr>
        <p:txBody>
          <a:bodyPr anchor="b" anchorCtr="0">
            <a:normAutofit/>
          </a:bodyPr>
          <a:lstStyle>
            <a:lvl1pPr>
              <a:lnSpc>
                <a:spcPct val="100000"/>
              </a:lnSpc>
              <a:defRPr sz="4000">
                <a:solidFill>
                  <a:schemeClr val="bg1"/>
                </a:solidFill>
              </a:defRPr>
            </a:lvl1pPr>
          </a:lstStyle>
          <a:p>
            <a:r>
              <a:rPr lang="en-US"/>
              <a:t>Click to enter </a:t>
            </a:r>
            <a:br>
              <a:rPr lang="en-US"/>
            </a:br>
            <a:r>
              <a:rPr lang="en-US"/>
              <a:t>title here</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7924801" y="4604040"/>
            <a:ext cx="3657600" cy="1232615"/>
          </a:xfrm>
          <a:prstGeom prst="rect">
            <a:avLst/>
          </a:prstGeom>
        </p:spPr>
        <p:txBody>
          <a:bodyPr lIns="0">
            <a:normAutofit/>
          </a:bodyPr>
          <a:lstStyle>
            <a:lvl1pPr marL="0" indent="0">
              <a:lnSpc>
                <a:spcPct val="100000"/>
              </a:lnSpc>
              <a:buNone/>
              <a:defRPr sz="2400">
                <a:solidFill>
                  <a:schemeClr val="bg1"/>
                </a:solidFill>
              </a:defRPr>
            </a:lvl1pPr>
          </a:lstStyle>
          <a:p>
            <a:pPr lvl="0"/>
            <a:r>
              <a:rPr lang="en-US"/>
              <a:t>Click to add subtitle / presenters</a:t>
            </a:r>
          </a:p>
        </p:txBody>
      </p:sp>
      <p:sp>
        <p:nvSpPr>
          <p:cNvPr id="16" name="Freeform: Shape 15">
            <a:extLst>
              <a:ext uri="{FF2B5EF4-FFF2-40B4-BE49-F238E27FC236}">
                <a16:creationId xmlns:a16="http://schemas.microsoft.com/office/drawing/2014/main" id="{E75B7FBB-299C-44B5-9400-EB5D056A8E38}"/>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7ED5B82E-36BE-4555-8CA2-58A989EDD594}"/>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8" name="Rectangle 7">
            <a:extLst>
              <a:ext uri="{FF2B5EF4-FFF2-40B4-BE49-F238E27FC236}">
                <a16:creationId xmlns:a16="http://schemas.microsoft.com/office/drawing/2014/main" id="{83E147DF-959C-A99D-F9A7-CBCDA8343CC6}"/>
              </a:ext>
            </a:extLst>
          </p:cNvPr>
          <p:cNvSpPr/>
          <p:nvPr userDrawn="1"/>
        </p:nvSpPr>
        <p:spPr>
          <a:xfrm>
            <a:off x="670560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Tree>
    <p:custDataLst>
      <p:tags r:id="rId1"/>
    </p:custDataLst>
    <p:extLst>
      <p:ext uri="{BB962C8B-B14F-4D97-AF65-F5344CB8AC3E}">
        <p14:creationId xmlns:p14="http://schemas.microsoft.com/office/powerpoint/2010/main" val="42893682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Alternative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64"/>
            <a:ext cx="3048000" cy="207749"/>
          </a:xfrm>
        </p:spPr>
        <p:txBody>
          <a:bodyPr wrap="square" lIns="0" bIns="0">
            <a:spAutoFit/>
          </a:bodyPr>
          <a:lstStyle>
            <a:lvl1pPr algn="l">
              <a:lnSpc>
                <a:spcPct val="100000"/>
              </a:lnSpc>
              <a:defRPr/>
            </a:lvl1pPr>
          </a:lstStyle>
          <a:p>
            <a:endParaRPr lang="en-GB"/>
          </a:p>
        </p:txBody>
      </p:sp>
      <p:sp>
        <p:nvSpPr>
          <p:cNvPr id="8" name="Text Placeholder 7">
            <a:extLst>
              <a:ext uri="{FF2B5EF4-FFF2-40B4-BE49-F238E27FC236}">
                <a16:creationId xmlns:a16="http://schemas.microsoft.com/office/drawing/2014/main" id="{7468ED59-10F2-418A-8E8D-5A205AB6BDFD}"/>
              </a:ext>
            </a:extLst>
          </p:cNvPr>
          <p:cNvSpPr>
            <a:spLocks noGrp="1"/>
          </p:cNvSpPr>
          <p:nvPr>
            <p:ph type="body" sz="quarter" idx="27" hasCustomPrompt="1"/>
          </p:nvPr>
        </p:nvSpPr>
        <p:spPr>
          <a:xfrm>
            <a:off x="1219201" y="6349213"/>
            <a:ext cx="3048000"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9" name="Picture Placeholder 12">
            <a:extLst>
              <a:ext uri="{FF2B5EF4-FFF2-40B4-BE49-F238E27FC236}">
                <a16:creationId xmlns:a16="http://schemas.microsoft.com/office/drawing/2014/main" id="{6BEE9BC2-1793-BC12-7E5A-32F97B371BEC}"/>
              </a:ext>
            </a:extLst>
          </p:cNvPr>
          <p:cNvSpPr>
            <a:spLocks noGrp="1"/>
          </p:cNvSpPr>
          <p:nvPr>
            <p:ph type="pic" sz="quarter" idx="28" hasCustomPrompt="1"/>
          </p:nvPr>
        </p:nvSpPr>
        <p:spPr>
          <a:xfrm>
            <a:off x="4876800" y="0"/>
            <a:ext cx="1828800" cy="6858000"/>
          </a:xfrm>
          <a:prstGeom prst="rect">
            <a:avLst/>
          </a:prstGeom>
          <a:solidFill>
            <a:schemeClr val="bg2"/>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a:t> </a:t>
            </a:r>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1" y="1793325"/>
            <a:ext cx="3047999" cy="2649135"/>
          </a:xfrm>
        </p:spPr>
        <p:txBody>
          <a:bodyPr anchor="b" anchorCtr="0">
            <a:normAutofit/>
          </a:bodyPr>
          <a:lstStyle>
            <a:lvl1pPr>
              <a:lnSpc>
                <a:spcPct val="100000"/>
              </a:lnSpc>
              <a:defRPr sz="4000">
                <a:solidFill>
                  <a:schemeClr val="accent1"/>
                </a:solidFill>
              </a:defRPr>
            </a:lvl1pPr>
          </a:lstStyle>
          <a:p>
            <a:r>
              <a:rPr lang="en-US"/>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705600" y="0"/>
            <a:ext cx="5486400" cy="6858000"/>
          </a:xfrm>
          <a:prstGeom prst="rect">
            <a:avLst/>
          </a:prstGeom>
          <a:solidFill>
            <a:schemeClr val="bg2">
              <a:lumMod val="40000"/>
              <a:lumOff val="60000"/>
            </a:schemeClr>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1" y="4594860"/>
            <a:ext cx="3048000" cy="1241804"/>
          </a:xfrm>
          <a:prstGeom prst="rect">
            <a:avLst/>
          </a:prstGeom>
        </p:spPr>
        <p:txBody>
          <a:bodyPr lIns="0" tIns="0" rIns="0" bIns="0">
            <a:normAutofit/>
          </a:bodyPr>
          <a:lstStyle>
            <a:lvl1pPr marL="0" indent="0">
              <a:lnSpc>
                <a:spcPct val="100000"/>
              </a:lnSpc>
              <a:buNone/>
              <a:defRPr sz="2400">
                <a:solidFill>
                  <a:schemeClr val="tx1"/>
                </a:solidFill>
              </a:defRPr>
            </a:lvl1pPr>
          </a:lstStyle>
          <a:p>
            <a:pPr lvl="0"/>
            <a:r>
              <a:rPr lang="en-US"/>
              <a:t>Click to add subtitle / presenters</a:t>
            </a:r>
          </a:p>
        </p:txBody>
      </p:sp>
      <p:sp>
        <p:nvSpPr>
          <p:cNvPr id="15" name="Freeform: Shape 14">
            <a:extLst>
              <a:ext uri="{FF2B5EF4-FFF2-40B4-BE49-F238E27FC236}">
                <a16:creationId xmlns:a16="http://schemas.microsoft.com/office/drawing/2014/main" id="{72260595-7C87-4D29-977E-EE25A0D9291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4" name="Oval 13">
            <a:extLst>
              <a:ext uri="{FF2B5EF4-FFF2-40B4-BE49-F238E27FC236}">
                <a16:creationId xmlns:a16="http://schemas.microsoft.com/office/drawing/2014/main" id="{E4809C05-E460-4D1A-BC84-C63C988F5D2D}"/>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11" name="Rectangle 10">
            <a:extLst>
              <a:ext uri="{FF2B5EF4-FFF2-40B4-BE49-F238E27FC236}">
                <a16:creationId xmlns:a16="http://schemas.microsoft.com/office/drawing/2014/main" id="{E615AFDE-47EA-B9B3-CDD0-170ACBAE9885}"/>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Tree>
    <p:custDataLst>
      <p:tags r:id="rId1"/>
    </p:custDataLst>
    <p:extLst>
      <p:ext uri="{BB962C8B-B14F-4D97-AF65-F5344CB8AC3E}">
        <p14:creationId xmlns:p14="http://schemas.microsoft.com/office/powerpoint/2010/main" val="263954858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lternative">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D86DE4FB-795F-484C-AD8A-2137F4F32907}"/>
              </a:ext>
            </a:extLst>
          </p:cNvPr>
          <p:cNvSpPr>
            <a:spLocks noGrp="1"/>
          </p:cNvSpPr>
          <p:nvPr>
            <p:ph type="dt" sz="half" idx="20"/>
          </p:nvPr>
        </p:nvSpPr>
        <p:spPr/>
        <p:txBody>
          <a:bodyPr/>
          <a:lstStyle>
            <a:lvl1pPr>
              <a:lnSpc>
                <a:spcPct val="100000"/>
              </a:lnSpc>
              <a:defRPr/>
            </a:lvl1pPr>
          </a:lstStyle>
          <a:p>
            <a:endParaRPr lang="en-GB"/>
          </a:p>
        </p:txBody>
      </p:sp>
      <p:sp>
        <p:nvSpPr>
          <p:cNvPr id="10" name="Text Placeholder 96">
            <a:extLst>
              <a:ext uri="{FF2B5EF4-FFF2-40B4-BE49-F238E27FC236}">
                <a16:creationId xmlns:a16="http://schemas.microsoft.com/office/drawing/2014/main" id="{5E3BF5D9-8E40-4082-9AAD-60F44214B9DC}"/>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1011238"/>
            <a:ext cx="3048000" cy="1231106"/>
          </a:xfrm>
        </p:spPr>
        <p:txBody>
          <a:bodyPr wrap="square">
            <a:spAutoFit/>
          </a:bodyPr>
          <a:lstStyle>
            <a:lvl1pPr>
              <a:lnSpc>
                <a:spcPct val="100000"/>
              </a:lnSpc>
              <a:defRPr sz="4000"/>
            </a:lvl1pPr>
          </a:lstStyle>
          <a:p>
            <a:r>
              <a:rPr lang="en-US"/>
              <a:t>Click to enter title here</a:t>
            </a:r>
          </a:p>
        </p:txBody>
      </p:sp>
      <p:cxnSp>
        <p:nvCxnSpPr>
          <p:cNvPr id="9" name="Straight Connector 8">
            <a:extLst>
              <a:ext uri="{FF2B5EF4-FFF2-40B4-BE49-F238E27FC236}">
                <a16:creationId xmlns:a16="http://schemas.microsoft.com/office/drawing/2014/main" id="{21040238-DCC8-4532-9AE6-EB7C834F336E}"/>
              </a:ext>
            </a:extLst>
          </p:cNvPr>
          <p:cNvCxnSpPr>
            <a:cxnSpLocks/>
          </p:cNvCxnSpPr>
          <p:nvPr userDrawn="1"/>
        </p:nvCxnSpPr>
        <p:spPr>
          <a:xfrm>
            <a:off x="3962399" y="1011238"/>
            <a:ext cx="0" cy="50557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2552EAD-E21A-4A83-A364-65FFC805340A}"/>
              </a:ext>
            </a:extLst>
          </p:cNvPr>
          <p:cNvSpPr>
            <a:spLocks noGrp="1"/>
          </p:cNvSpPr>
          <p:nvPr>
            <p:ph sz="quarter" idx="19" hasCustomPrompt="1"/>
          </p:nvPr>
        </p:nvSpPr>
        <p:spPr>
          <a:xfrm>
            <a:off x="4267199" y="1011237"/>
            <a:ext cx="7315199" cy="5037137"/>
          </a:xfrm>
        </p:spPr>
        <p:txBody>
          <a:bodyPr l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text here. </a:t>
            </a:r>
            <a:br>
              <a:rPr lang="en-GB"/>
            </a:br>
            <a:r>
              <a:rPr lang="en-GB"/>
              <a:t>When pasting copy from other slides, be sure to use the Paste and Match Formatting shortcut (</a:t>
            </a:r>
            <a:r>
              <a:rPr lang="en-GB" err="1"/>
              <a:t>Cmd</a:t>
            </a:r>
            <a:r>
              <a:rPr lang="en-GB"/>
              <a:t> + Option + Shift + V).</a:t>
            </a:r>
            <a:br>
              <a:rPr lang="en-GB"/>
            </a:br>
            <a:r>
              <a:rPr lang="en-GB"/>
              <a:t>To increase bullet level, select your text and press Tab.</a:t>
            </a:r>
            <a:br>
              <a:rPr lang="en-GB"/>
            </a:br>
            <a:r>
              <a:rPr lang="en-GB"/>
              <a:t>To decrease bullet level, select your bullet text and press  Shift + Tab.</a:t>
            </a:r>
          </a:p>
          <a:p>
            <a:pPr lvl="1"/>
            <a:r>
              <a:rPr lang="en-GB"/>
              <a:t>Second level</a:t>
            </a:r>
          </a:p>
          <a:p>
            <a:pPr lvl="2"/>
            <a:r>
              <a:rPr lang="en-GB"/>
              <a:t>Third level</a:t>
            </a:r>
          </a:p>
          <a:p>
            <a:pPr lvl="3"/>
            <a:r>
              <a:rPr lang="en-GB"/>
              <a:t>Fourth level</a:t>
            </a:r>
          </a:p>
          <a:p>
            <a:pPr lvl="4"/>
            <a:r>
              <a:rPr lang="en-GB"/>
              <a:t>Fifth level</a:t>
            </a:r>
          </a:p>
        </p:txBody>
      </p:sp>
      <p:sp>
        <p:nvSpPr>
          <p:cNvPr id="8" name="Slide Number Placeholder 7">
            <a:extLst>
              <a:ext uri="{FF2B5EF4-FFF2-40B4-BE49-F238E27FC236}">
                <a16:creationId xmlns:a16="http://schemas.microsoft.com/office/drawing/2014/main" id="{8004BC3F-3250-41AA-B3F3-B5D6A729D269}"/>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267780589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013D0F1F-6026-4F9D-886A-D6CB164FDC05}"/>
              </a:ext>
            </a:extLst>
          </p:cNvPr>
          <p:cNvSpPr>
            <a:spLocks noGrp="1"/>
          </p:cNvSpPr>
          <p:nvPr>
            <p:ph type="body" sz="quarter" idx="111" hasCustomPrompt="1"/>
          </p:nvPr>
        </p:nvSpPr>
        <p:spPr>
          <a:xfrm>
            <a:off x="609602" y="6200775"/>
            <a:ext cx="9753596" cy="657225"/>
          </a:xfrm>
        </p:spPr>
        <p:txBody>
          <a:bodyPr lIns="0" tIns="0" bIns="7200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499DB923-50C2-4A46-BF6E-A2E97DBB25F6}"/>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DC50693F-359E-4A4C-B3F0-F900FA65CF94}"/>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cxnSp>
        <p:nvCxnSpPr>
          <p:cNvPr id="6" name="Straight Connector 5">
            <a:extLst>
              <a:ext uri="{FF2B5EF4-FFF2-40B4-BE49-F238E27FC236}">
                <a16:creationId xmlns:a16="http://schemas.microsoft.com/office/drawing/2014/main" id="{4249127B-3E4D-4AFD-8464-39A9871621B1}"/>
              </a:ext>
            </a:extLst>
          </p:cNvPr>
          <p:cNvCxnSpPr>
            <a:cxnSpLocks/>
          </p:cNvCxnSpPr>
          <p:nvPr userDrawn="1"/>
        </p:nvCxnSpPr>
        <p:spPr>
          <a:xfrm>
            <a:off x="60960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Heading 1">
            <a:extLst>
              <a:ext uri="{FF2B5EF4-FFF2-40B4-BE49-F238E27FC236}">
                <a16:creationId xmlns:a16="http://schemas.microsoft.com/office/drawing/2014/main" id="{070D82D0-2159-463E-AB3F-9F2BE51F89B0}"/>
              </a:ext>
            </a:extLst>
          </p:cNvPr>
          <p:cNvSpPr>
            <a:spLocks noGrp="1"/>
          </p:cNvSpPr>
          <p:nvPr>
            <p:ph type="body" sz="quarter" idx="13" hasCustomPrompt="1"/>
          </p:nvPr>
        </p:nvSpPr>
        <p:spPr>
          <a:xfrm>
            <a:off x="609600" y="1468438"/>
            <a:ext cx="5181598" cy="423863"/>
          </a:xfrm>
        </p:spPr>
        <p:txBody>
          <a:bodyPr tIns="0" anchor="t" anchorCtr="0"/>
          <a:lstStyle>
            <a:lvl1pPr marL="0" indent="0">
              <a:lnSpc>
                <a:spcPct val="100000"/>
              </a:lnSpc>
              <a:spcBef>
                <a:spcPts val="0"/>
              </a:spcBef>
              <a:spcAft>
                <a:spcPts val="0"/>
              </a:spcAft>
              <a:buNone/>
              <a:defRPr b="1">
                <a:solidFill>
                  <a:schemeClr val="accent1"/>
                </a:solidFill>
              </a:defRPr>
            </a:lvl1pPr>
          </a:lstStyle>
          <a:p>
            <a:pPr lvl="0"/>
            <a:r>
              <a:rPr lang="en-US"/>
              <a:t>Click to add heading</a:t>
            </a:r>
          </a:p>
        </p:txBody>
      </p:sp>
      <p:sp>
        <p:nvSpPr>
          <p:cNvPr id="16" name="Body 1">
            <a:extLst>
              <a:ext uri="{FF2B5EF4-FFF2-40B4-BE49-F238E27FC236}">
                <a16:creationId xmlns:a16="http://schemas.microsoft.com/office/drawing/2014/main" id="{8C2190C6-D818-4BFE-8D40-1D7A2A8ADF1C}"/>
              </a:ext>
            </a:extLst>
          </p:cNvPr>
          <p:cNvSpPr>
            <a:spLocks noGrp="1"/>
          </p:cNvSpPr>
          <p:nvPr>
            <p:ph sz="quarter" idx="14" hasCustomPrompt="1"/>
          </p:nvPr>
        </p:nvSpPr>
        <p:spPr>
          <a:xfrm>
            <a:off x="609600" y="2044700"/>
            <a:ext cx="5181598" cy="400208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use the Paste and Match Formatting shortcut (</a:t>
            </a:r>
            <a:r>
              <a:rPr lang="en-US" err="1"/>
              <a:t>Cmd</a:t>
            </a:r>
            <a:r>
              <a:rPr lang="en-US"/>
              <a:t> + Option + Shift + V).</a:t>
            </a:r>
          </a:p>
          <a:p>
            <a:pPr lvl="1"/>
            <a:r>
              <a:rPr lang="en-US"/>
              <a:t>Second level</a:t>
            </a:r>
          </a:p>
          <a:p>
            <a:pPr lvl="2"/>
            <a:r>
              <a:rPr lang="en-US"/>
              <a:t>Third level</a:t>
            </a:r>
          </a:p>
          <a:p>
            <a:pPr lvl="3"/>
            <a:r>
              <a:rPr lang="en-US"/>
              <a:t>Fourth level</a:t>
            </a:r>
          </a:p>
          <a:p>
            <a:pPr lvl="4"/>
            <a:r>
              <a:rPr lang="en-US"/>
              <a:t>Fifth level</a:t>
            </a:r>
          </a:p>
        </p:txBody>
      </p:sp>
      <p:sp>
        <p:nvSpPr>
          <p:cNvPr id="17" name="Heading 2">
            <a:extLst>
              <a:ext uri="{FF2B5EF4-FFF2-40B4-BE49-F238E27FC236}">
                <a16:creationId xmlns:a16="http://schemas.microsoft.com/office/drawing/2014/main" id="{24B2D424-3A88-43FD-9D45-46AC196CADF4}"/>
              </a:ext>
            </a:extLst>
          </p:cNvPr>
          <p:cNvSpPr>
            <a:spLocks noGrp="1"/>
          </p:cNvSpPr>
          <p:nvPr>
            <p:ph type="body" sz="quarter" idx="15" hasCustomPrompt="1"/>
          </p:nvPr>
        </p:nvSpPr>
        <p:spPr>
          <a:xfrm>
            <a:off x="6400802" y="1468438"/>
            <a:ext cx="5181598" cy="423863"/>
          </a:xfrm>
        </p:spPr>
        <p:txBody>
          <a:bodyPr tIns="0" anchor="t" anchorCtr="0"/>
          <a:lstStyle>
            <a:lvl1pPr marL="0" indent="0">
              <a:lnSpc>
                <a:spcPct val="100000"/>
              </a:lnSpc>
              <a:spcBef>
                <a:spcPts val="0"/>
              </a:spcBef>
              <a:spcAft>
                <a:spcPts val="0"/>
              </a:spcAft>
              <a:buNone/>
              <a:defRPr b="1">
                <a:solidFill>
                  <a:schemeClr val="accent1"/>
                </a:solidFill>
              </a:defRPr>
            </a:lvl1pPr>
          </a:lstStyle>
          <a:p>
            <a:pPr lvl="0"/>
            <a:r>
              <a:rPr lang="en-US"/>
              <a:t>Click to add heading</a:t>
            </a:r>
          </a:p>
        </p:txBody>
      </p:sp>
      <p:sp>
        <p:nvSpPr>
          <p:cNvPr id="18" name="Body 2">
            <a:extLst>
              <a:ext uri="{FF2B5EF4-FFF2-40B4-BE49-F238E27FC236}">
                <a16:creationId xmlns:a16="http://schemas.microsoft.com/office/drawing/2014/main" id="{FB60ED6F-5297-42F6-9D9B-F6FF319D69CF}"/>
              </a:ext>
            </a:extLst>
          </p:cNvPr>
          <p:cNvSpPr>
            <a:spLocks noGrp="1"/>
          </p:cNvSpPr>
          <p:nvPr>
            <p:ph sz="quarter" idx="16" hasCustomPrompt="1"/>
          </p:nvPr>
        </p:nvSpPr>
        <p:spPr>
          <a:xfrm>
            <a:off x="6400802" y="2044700"/>
            <a:ext cx="5181598" cy="400208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use the Paste and Match Formatting shortcut (</a:t>
            </a:r>
            <a:r>
              <a:rPr lang="en-US" err="1"/>
              <a:t>Cmd</a:t>
            </a:r>
            <a:r>
              <a:rPr lang="en-US"/>
              <a:t> + Option + Shift + V).</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0199677D-2644-C9E2-BB27-265AB899DE75}"/>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2887037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12B9530D-EF7B-47C9-A997-FA875C956E8F}"/>
              </a:ext>
            </a:extLst>
          </p:cNvPr>
          <p:cNvSpPr>
            <a:spLocks noGrp="1"/>
          </p:cNvSpPr>
          <p:nvPr>
            <p:ph type="body" sz="quarter" idx="111" hasCustomPrompt="1"/>
          </p:nvPr>
        </p:nvSpPr>
        <p:spPr>
          <a:xfrm>
            <a:off x="609600" y="6200775"/>
            <a:ext cx="9753593"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lvl1pPr>
              <a:lnSpc>
                <a:spcPct val="100000"/>
              </a:lnSpc>
              <a:defRPr/>
            </a:lvl1pPr>
          </a:lstStyle>
          <a:p>
            <a:endParaRPr lang="en-GB"/>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21" name="Text Placeholder 9">
            <a:extLst>
              <a:ext uri="{FF2B5EF4-FFF2-40B4-BE49-F238E27FC236}">
                <a16:creationId xmlns:a16="http://schemas.microsoft.com/office/drawing/2014/main" id="{1A257A5E-3450-4EAA-9676-01FE18D22AFC}"/>
              </a:ext>
            </a:extLst>
          </p:cNvPr>
          <p:cNvSpPr>
            <a:spLocks noGrp="1"/>
          </p:cNvSpPr>
          <p:nvPr>
            <p:ph type="body" sz="quarter" idx="13" hasCustomPrompt="1"/>
          </p:nvPr>
        </p:nvSpPr>
        <p:spPr>
          <a:xfrm>
            <a:off x="609600"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a:t>Click to add heading</a:t>
            </a:r>
          </a:p>
        </p:txBody>
      </p:sp>
      <p:sp>
        <p:nvSpPr>
          <p:cNvPr id="22" name="Content Placeholder 15">
            <a:extLst>
              <a:ext uri="{FF2B5EF4-FFF2-40B4-BE49-F238E27FC236}">
                <a16:creationId xmlns:a16="http://schemas.microsoft.com/office/drawing/2014/main" id="{AC128DA7-A1CD-4D7E-A165-98C855054735}"/>
              </a:ext>
            </a:extLst>
          </p:cNvPr>
          <p:cNvSpPr>
            <a:spLocks noGrp="1"/>
          </p:cNvSpPr>
          <p:nvPr>
            <p:ph sz="quarter" idx="14" hasCustomPrompt="1"/>
          </p:nvPr>
        </p:nvSpPr>
        <p:spPr>
          <a:xfrm>
            <a:off x="609600"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use the Paste and Match Formatting shortcut (</a:t>
            </a:r>
            <a:r>
              <a:rPr lang="en-US" err="1"/>
              <a:t>Cmd</a:t>
            </a:r>
            <a:r>
              <a:rPr lang="en-US"/>
              <a:t> + Option + Shift + V).</a:t>
            </a:r>
          </a:p>
          <a:p>
            <a:pPr lvl="1"/>
            <a:r>
              <a:rPr lang="en-US"/>
              <a:t>Second level</a:t>
            </a:r>
          </a:p>
          <a:p>
            <a:pPr lvl="2"/>
            <a:r>
              <a:rPr lang="en-US"/>
              <a:t>Third level</a:t>
            </a:r>
          </a:p>
          <a:p>
            <a:pPr lvl="3"/>
            <a:r>
              <a:rPr lang="en-US"/>
              <a:t>Fourth level</a:t>
            </a:r>
          </a:p>
          <a:p>
            <a:pPr lvl="4"/>
            <a:r>
              <a:rPr lang="en-US"/>
              <a:t>Fifth level</a:t>
            </a:r>
          </a:p>
        </p:txBody>
      </p:sp>
      <p:sp>
        <p:nvSpPr>
          <p:cNvPr id="23" name="Text Placeholder 9">
            <a:extLst>
              <a:ext uri="{FF2B5EF4-FFF2-40B4-BE49-F238E27FC236}">
                <a16:creationId xmlns:a16="http://schemas.microsoft.com/office/drawing/2014/main" id="{6A7B7E24-E7D3-48A2-A374-DF6A8A555D5F}"/>
              </a:ext>
            </a:extLst>
          </p:cNvPr>
          <p:cNvSpPr>
            <a:spLocks noGrp="1"/>
          </p:cNvSpPr>
          <p:nvPr>
            <p:ph type="body" sz="quarter" idx="15" hasCustomPrompt="1"/>
          </p:nvPr>
        </p:nvSpPr>
        <p:spPr>
          <a:xfrm>
            <a:off x="4470401"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a:t>Click to add heading</a:t>
            </a:r>
          </a:p>
        </p:txBody>
      </p:sp>
      <p:sp>
        <p:nvSpPr>
          <p:cNvPr id="24" name="Content Placeholder 15">
            <a:extLst>
              <a:ext uri="{FF2B5EF4-FFF2-40B4-BE49-F238E27FC236}">
                <a16:creationId xmlns:a16="http://schemas.microsoft.com/office/drawing/2014/main" id="{4DFF8E89-1B64-4E2A-9B30-3844550AD3DD}"/>
              </a:ext>
            </a:extLst>
          </p:cNvPr>
          <p:cNvSpPr>
            <a:spLocks noGrp="1"/>
          </p:cNvSpPr>
          <p:nvPr>
            <p:ph sz="quarter" idx="16" hasCustomPrompt="1"/>
          </p:nvPr>
        </p:nvSpPr>
        <p:spPr>
          <a:xfrm>
            <a:off x="4470402"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use the Paste and Match Formatting shortcut (</a:t>
            </a:r>
            <a:r>
              <a:rPr lang="en-US" err="1"/>
              <a:t>Cmd</a:t>
            </a:r>
            <a:r>
              <a:rPr lang="en-US"/>
              <a:t> + Option + Shift + V).</a:t>
            </a:r>
          </a:p>
          <a:p>
            <a:pPr lvl="1"/>
            <a:r>
              <a:rPr lang="en-US"/>
              <a:t>Second level</a:t>
            </a:r>
          </a:p>
          <a:p>
            <a:pPr lvl="2"/>
            <a:r>
              <a:rPr lang="en-US"/>
              <a:t>Third level</a:t>
            </a:r>
          </a:p>
          <a:p>
            <a:pPr lvl="3"/>
            <a:r>
              <a:rPr lang="en-US"/>
              <a:t>Fourth level</a:t>
            </a:r>
          </a:p>
          <a:p>
            <a:pPr lvl="4"/>
            <a:r>
              <a:rPr lang="en-US"/>
              <a:t>Fifth level</a:t>
            </a:r>
          </a:p>
        </p:txBody>
      </p:sp>
      <p:sp>
        <p:nvSpPr>
          <p:cNvPr id="27" name="Text Placeholder 9">
            <a:extLst>
              <a:ext uri="{FF2B5EF4-FFF2-40B4-BE49-F238E27FC236}">
                <a16:creationId xmlns:a16="http://schemas.microsoft.com/office/drawing/2014/main" id="{6AAFFFBD-15E8-4574-972E-8DDFA341B650}"/>
              </a:ext>
            </a:extLst>
          </p:cNvPr>
          <p:cNvSpPr>
            <a:spLocks noGrp="1"/>
          </p:cNvSpPr>
          <p:nvPr>
            <p:ph type="body" sz="quarter" idx="24" hasCustomPrompt="1"/>
          </p:nvPr>
        </p:nvSpPr>
        <p:spPr>
          <a:xfrm>
            <a:off x="8331202"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a:t>Click to add heading</a:t>
            </a:r>
          </a:p>
        </p:txBody>
      </p:sp>
      <p:sp>
        <p:nvSpPr>
          <p:cNvPr id="28" name="Content Placeholder 15">
            <a:extLst>
              <a:ext uri="{FF2B5EF4-FFF2-40B4-BE49-F238E27FC236}">
                <a16:creationId xmlns:a16="http://schemas.microsoft.com/office/drawing/2014/main" id="{CF570F45-2E05-4895-9F02-11DAFD1730B1}"/>
              </a:ext>
            </a:extLst>
          </p:cNvPr>
          <p:cNvSpPr>
            <a:spLocks noGrp="1"/>
          </p:cNvSpPr>
          <p:nvPr>
            <p:ph sz="quarter" idx="25" hasCustomPrompt="1"/>
          </p:nvPr>
        </p:nvSpPr>
        <p:spPr>
          <a:xfrm>
            <a:off x="8331202"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content. When pasting copy from other slides, be sure to use the Paste and Match Formatting shortcut (</a:t>
            </a:r>
            <a:r>
              <a:rPr lang="en-US" err="1"/>
              <a:t>Cmd</a:t>
            </a:r>
            <a:r>
              <a:rPr lang="en-US"/>
              <a:t> + Option + Shift + V).</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1A49FA7-EA74-8C49-4922-2D151594411E}"/>
              </a:ext>
            </a:extLst>
          </p:cNvPr>
          <p:cNvCxnSpPr>
            <a:cxnSpLocks/>
          </p:cNvCxnSpPr>
          <p:nvPr userDrawn="1"/>
        </p:nvCxnSpPr>
        <p:spPr>
          <a:xfrm>
            <a:off x="41656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6870A84-6DA0-6CB3-B12D-3755839BA1FD}"/>
              </a:ext>
            </a:extLst>
          </p:cNvPr>
          <p:cNvCxnSpPr>
            <a:cxnSpLocks/>
          </p:cNvCxnSpPr>
          <p:nvPr userDrawn="1"/>
        </p:nvCxnSpPr>
        <p:spPr>
          <a:xfrm>
            <a:off x="8026401"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1883DC25-A305-1276-59B3-C41F9BD3D1A7}"/>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53622828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D3E73C55-1C0C-4880-A0D4-FC480D06253C}"/>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lvl1pPr>
              <a:lnSpc>
                <a:spcPct val="100000"/>
              </a:lnSpc>
              <a:defRPr/>
            </a:lvl1pPr>
          </a:lstStyle>
          <a:p>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609600"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a:t>Add heading</a:t>
            </a:r>
          </a:p>
        </p:txBody>
      </p:sp>
      <p:sp>
        <p:nvSpPr>
          <p:cNvPr id="15" name="Content Placeholder 3">
            <a:extLst>
              <a:ext uri="{FF2B5EF4-FFF2-40B4-BE49-F238E27FC236}">
                <a16:creationId xmlns:a16="http://schemas.microsoft.com/office/drawing/2014/main" id="{56C5F394-5808-40FF-B6FD-65F716906911}"/>
              </a:ext>
            </a:extLst>
          </p:cNvPr>
          <p:cNvSpPr>
            <a:spLocks noGrp="1"/>
          </p:cNvSpPr>
          <p:nvPr>
            <p:ph sz="quarter" idx="20" hasCustomPrompt="1"/>
          </p:nvPr>
        </p:nvSpPr>
        <p:spPr>
          <a:xfrm>
            <a:off x="609600"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a:t>
            </a:r>
          </a:p>
          <a:p>
            <a:pPr lvl="1"/>
            <a:r>
              <a:rPr lang="en-GB"/>
              <a:t>Second level</a:t>
            </a:r>
          </a:p>
          <a:p>
            <a:pPr lvl="2"/>
            <a:r>
              <a:rPr lang="en-GB"/>
              <a:t>Third level</a:t>
            </a:r>
          </a:p>
          <a:p>
            <a:pPr lvl="3"/>
            <a:r>
              <a:rPr lang="en-GB"/>
              <a:t>Fourth level</a:t>
            </a:r>
          </a:p>
          <a:p>
            <a:pPr lvl="4"/>
            <a:r>
              <a:rPr lang="en-GB"/>
              <a:t>Fifth level</a:t>
            </a:r>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20" name="Text Placeholder 11">
            <a:extLst>
              <a:ext uri="{FF2B5EF4-FFF2-40B4-BE49-F238E27FC236}">
                <a16:creationId xmlns:a16="http://schemas.microsoft.com/office/drawing/2014/main" id="{A1E51E90-FD4F-4EA7-9FD6-A88EC3FEEDDC}"/>
              </a:ext>
            </a:extLst>
          </p:cNvPr>
          <p:cNvSpPr>
            <a:spLocks noGrp="1"/>
          </p:cNvSpPr>
          <p:nvPr>
            <p:ph type="body" sz="quarter" idx="24" hasCustomPrompt="1"/>
          </p:nvPr>
        </p:nvSpPr>
        <p:spPr>
          <a:xfrm>
            <a:off x="3429002"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a:t>Add heading</a:t>
            </a:r>
          </a:p>
        </p:txBody>
      </p:sp>
      <p:sp>
        <p:nvSpPr>
          <p:cNvPr id="21" name="Content Placeholder 3">
            <a:extLst>
              <a:ext uri="{FF2B5EF4-FFF2-40B4-BE49-F238E27FC236}">
                <a16:creationId xmlns:a16="http://schemas.microsoft.com/office/drawing/2014/main" id="{10106C56-60ED-41EC-BD2A-FDB9B53E1C18}"/>
              </a:ext>
            </a:extLst>
          </p:cNvPr>
          <p:cNvSpPr>
            <a:spLocks noGrp="1"/>
          </p:cNvSpPr>
          <p:nvPr>
            <p:ph sz="quarter" idx="25" hasCustomPrompt="1"/>
          </p:nvPr>
        </p:nvSpPr>
        <p:spPr>
          <a:xfrm>
            <a:off x="3429001"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a:t>
            </a:r>
          </a:p>
          <a:p>
            <a:pPr lvl="1"/>
            <a:r>
              <a:rPr lang="en-GB"/>
              <a:t>Second level</a:t>
            </a:r>
          </a:p>
          <a:p>
            <a:pPr lvl="2"/>
            <a:r>
              <a:rPr lang="en-GB"/>
              <a:t>Third level</a:t>
            </a:r>
          </a:p>
          <a:p>
            <a:pPr lvl="3"/>
            <a:r>
              <a:rPr lang="en-GB"/>
              <a:t>Fourth level</a:t>
            </a:r>
          </a:p>
          <a:p>
            <a:pPr lvl="4"/>
            <a:r>
              <a:rPr lang="en-GB"/>
              <a:t>Fifth level</a:t>
            </a:r>
          </a:p>
        </p:txBody>
      </p:sp>
      <p:sp>
        <p:nvSpPr>
          <p:cNvPr id="22" name="Text Placeholder 11">
            <a:extLst>
              <a:ext uri="{FF2B5EF4-FFF2-40B4-BE49-F238E27FC236}">
                <a16:creationId xmlns:a16="http://schemas.microsoft.com/office/drawing/2014/main" id="{217A7646-8B12-4AE5-9EDC-1F06A8CF8C4F}"/>
              </a:ext>
            </a:extLst>
          </p:cNvPr>
          <p:cNvSpPr>
            <a:spLocks noGrp="1"/>
          </p:cNvSpPr>
          <p:nvPr>
            <p:ph type="body" sz="quarter" idx="26" hasCustomPrompt="1"/>
          </p:nvPr>
        </p:nvSpPr>
        <p:spPr>
          <a:xfrm>
            <a:off x="6248404"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a:t>Add heading</a:t>
            </a:r>
          </a:p>
        </p:txBody>
      </p:sp>
      <p:sp>
        <p:nvSpPr>
          <p:cNvPr id="23" name="Content Placeholder 3">
            <a:extLst>
              <a:ext uri="{FF2B5EF4-FFF2-40B4-BE49-F238E27FC236}">
                <a16:creationId xmlns:a16="http://schemas.microsoft.com/office/drawing/2014/main" id="{33B9981B-E175-45D6-A51D-F0A0368267CF}"/>
              </a:ext>
            </a:extLst>
          </p:cNvPr>
          <p:cNvSpPr>
            <a:spLocks noGrp="1"/>
          </p:cNvSpPr>
          <p:nvPr>
            <p:ph sz="quarter" idx="27" hasCustomPrompt="1"/>
          </p:nvPr>
        </p:nvSpPr>
        <p:spPr>
          <a:xfrm>
            <a:off x="6248402"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a:t>
            </a:r>
          </a:p>
          <a:p>
            <a:pPr lvl="1"/>
            <a:r>
              <a:rPr lang="en-GB"/>
              <a:t>Second level</a:t>
            </a:r>
          </a:p>
          <a:p>
            <a:pPr lvl="2"/>
            <a:r>
              <a:rPr lang="en-GB"/>
              <a:t>Third level</a:t>
            </a:r>
          </a:p>
          <a:p>
            <a:pPr lvl="3"/>
            <a:r>
              <a:rPr lang="en-GB"/>
              <a:t>Fourth level</a:t>
            </a:r>
          </a:p>
          <a:p>
            <a:pPr lvl="4"/>
            <a:r>
              <a:rPr lang="en-GB"/>
              <a:t>Fifth level</a:t>
            </a:r>
          </a:p>
        </p:txBody>
      </p:sp>
      <p:sp>
        <p:nvSpPr>
          <p:cNvPr id="24" name="Text Placeholder 11">
            <a:extLst>
              <a:ext uri="{FF2B5EF4-FFF2-40B4-BE49-F238E27FC236}">
                <a16:creationId xmlns:a16="http://schemas.microsoft.com/office/drawing/2014/main" id="{B83A3A7A-40FD-44D2-97D9-301EB15E7630}"/>
              </a:ext>
            </a:extLst>
          </p:cNvPr>
          <p:cNvSpPr>
            <a:spLocks noGrp="1"/>
          </p:cNvSpPr>
          <p:nvPr>
            <p:ph type="body" sz="quarter" idx="28" hasCustomPrompt="1"/>
          </p:nvPr>
        </p:nvSpPr>
        <p:spPr>
          <a:xfrm>
            <a:off x="9067805"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a:t>Add heading</a:t>
            </a:r>
          </a:p>
        </p:txBody>
      </p:sp>
      <p:sp>
        <p:nvSpPr>
          <p:cNvPr id="25" name="Content Placeholder 3">
            <a:extLst>
              <a:ext uri="{FF2B5EF4-FFF2-40B4-BE49-F238E27FC236}">
                <a16:creationId xmlns:a16="http://schemas.microsoft.com/office/drawing/2014/main" id="{1AD7E49F-D41B-42DC-925D-998AFB2BB412}"/>
              </a:ext>
            </a:extLst>
          </p:cNvPr>
          <p:cNvSpPr>
            <a:spLocks noGrp="1"/>
          </p:cNvSpPr>
          <p:nvPr>
            <p:ph sz="quarter" idx="29" hasCustomPrompt="1"/>
          </p:nvPr>
        </p:nvSpPr>
        <p:spPr>
          <a:xfrm>
            <a:off x="9067805"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a:t>
            </a:r>
          </a:p>
          <a:p>
            <a:pPr lvl="1"/>
            <a:r>
              <a:rPr lang="en-GB"/>
              <a:t>Second level</a:t>
            </a:r>
          </a:p>
          <a:p>
            <a:pPr lvl="2"/>
            <a:r>
              <a:rPr lang="en-GB"/>
              <a:t>Third level</a:t>
            </a:r>
          </a:p>
          <a:p>
            <a:pPr lvl="3"/>
            <a:r>
              <a:rPr lang="en-GB"/>
              <a:t>Fourth level</a:t>
            </a:r>
          </a:p>
          <a:p>
            <a:pPr lvl="4"/>
            <a:r>
              <a:rPr lang="en-GB"/>
              <a:t>Fifth level</a:t>
            </a:r>
          </a:p>
        </p:txBody>
      </p:sp>
      <p:cxnSp>
        <p:nvCxnSpPr>
          <p:cNvPr id="6" name="Straight Connector 5">
            <a:extLst>
              <a:ext uri="{FF2B5EF4-FFF2-40B4-BE49-F238E27FC236}">
                <a16:creationId xmlns:a16="http://schemas.microsoft.com/office/drawing/2014/main" id="{68837AC6-F22C-2C57-04C1-6C8A31933164}"/>
              </a:ext>
            </a:extLst>
          </p:cNvPr>
          <p:cNvCxnSpPr>
            <a:cxnSpLocks/>
          </p:cNvCxnSpPr>
          <p:nvPr userDrawn="1"/>
        </p:nvCxnSpPr>
        <p:spPr>
          <a:xfrm>
            <a:off x="3276598"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80111F7-3968-1080-FC95-15A217523030}"/>
              </a:ext>
            </a:extLst>
          </p:cNvPr>
          <p:cNvCxnSpPr>
            <a:cxnSpLocks/>
          </p:cNvCxnSpPr>
          <p:nvPr userDrawn="1"/>
        </p:nvCxnSpPr>
        <p:spPr>
          <a:xfrm>
            <a:off x="6095999"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BF38660-D6CE-77CB-B812-54D74B5C4D75}"/>
              </a:ext>
            </a:extLst>
          </p:cNvPr>
          <p:cNvCxnSpPr>
            <a:cxnSpLocks/>
          </p:cNvCxnSpPr>
          <p:nvPr userDrawn="1"/>
        </p:nvCxnSpPr>
        <p:spPr>
          <a:xfrm>
            <a:off x="89154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a:extLst>
              <a:ext uri="{FF2B5EF4-FFF2-40B4-BE49-F238E27FC236}">
                <a16:creationId xmlns:a16="http://schemas.microsoft.com/office/drawing/2014/main" id="{96811E1B-4DFB-8C77-61C4-6722F309D56A}"/>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36524853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3 Left">
    <p:spTree>
      <p:nvGrpSpPr>
        <p:cNvPr id="1" name=""/>
        <p:cNvGrpSpPr/>
        <p:nvPr/>
      </p:nvGrpSpPr>
      <p:grpSpPr>
        <a:xfrm>
          <a:off x="0" y="0"/>
          <a:ext cx="0" cy="0"/>
          <a:chOff x="0" y="0"/>
          <a:chExt cx="0" cy="0"/>
        </a:xfrm>
      </p:grpSpPr>
      <p:sp>
        <p:nvSpPr>
          <p:cNvPr id="13" name="Text Placeholder 96">
            <a:extLst>
              <a:ext uri="{FF2B5EF4-FFF2-40B4-BE49-F238E27FC236}">
                <a16:creationId xmlns:a16="http://schemas.microsoft.com/office/drawing/2014/main" id="{C07CECA8-840E-4BBC-A94E-0D507EF6B6B9}"/>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609600" y="1468438"/>
            <a:ext cx="6705600" cy="424732"/>
          </a:xfrm>
          <a:prstGeom prst="rect">
            <a:avLst/>
          </a:prstGeom>
        </p:spPr>
        <p:txBody>
          <a:bodyPr wrap="square" lIns="0" anchor="t"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7924801" y="1468438"/>
            <a:ext cx="3657600" cy="424732"/>
          </a:xfrm>
          <a:prstGeom prst="rect">
            <a:avLst/>
          </a:prstGeom>
        </p:spPr>
        <p:txBody>
          <a:bodyPr lIns="0" anchor="t"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6" name="Text Placeholder 11">
            <a:extLst>
              <a:ext uri="{FF2B5EF4-FFF2-40B4-BE49-F238E27FC236}">
                <a16:creationId xmlns:a16="http://schemas.microsoft.com/office/drawing/2014/main" id="{9358968C-3784-44E4-B50E-21ED78D9EB9D}"/>
              </a:ext>
            </a:extLst>
          </p:cNvPr>
          <p:cNvSpPr>
            <a:spLocks noGrp="1"/>
          </p:cNvSpPr>
          <p:nvPr>
            <p:ph type="body" sz="quarter" idx="17" hasCustomPrompt="1"/>
          </p:nvPr>
        </p:nvSpPr>
        <p:spPr>
          <a:xfrm>
            <a:off x="7924801" y="2044699"/>
            <a:ext cx="3657600" cy="369332"/>
          </a:xfrm>
          <a:prstGeom prst="rect">
            <a:avLst/>
          </a:prstGeom>
        </p:spPr>
        <p:txBody>
          <a:bodyPr lIns="0">
            <a:noAutofit/>
          </a:bodyPr>
          <a:lstStyle>
            <a:lvl1pPr>
              <a:lnSpc>
                <a:spcPct val="100000"/>
              </a:lnSpc>
              <a:defRPr/>
            </a:lvl1pPr>
          </a:lstStyle>
          <a:p>
            <a:pPr lvl="0"/>
            <a:r>
              <a:rPr lang="en-US"/>
              <a:t>Click to add text. </a:t>
            </a:r>
          </a:p>
        </p:txBody>
      </p:sp>
      <p:sp>
        <p:nvSpPr>
          <p:cNvPr id="17" name="Content Placeholder 3">
            <a:extLst>
              <a:ext uri="{FF2B5EF4-FFF2-40B4-BE49-F238E27FC236}">
                <a16:creationId xmlns:a16="http://schemas.microsoft.com/office/drawing/2014/main" id="{F450BB10-EDA8-4244-8CBF-7F1645357D50}"/>
              </a:ext>
            </a:extLst>
          </p:cNvPr>
          <p:cNvSpPr>
            <a:spLocks noGrp="1"/>
          </p:cNvSpPr>
          <p:nvPr>
            <p:ph sz="quarter" idx="20" hasCustomPrompt="1"/>
          </p:nvPr>
        </p:nvSpPr>
        <p:spPr>
          <a:xfrm>
            <a:off x="609600" y="2044699"/>
            <a:ext cx="6705600" cy="4002083"/>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19" name="Text Placeholder 18">
            <a:extLst>
              <a:ext uri="{FF2B5EF4-FFF2-40B4-BE49-F238E27FC236}">
                <a16:creationId xmlns:a16="http://schemas.microsoft.com/office/drawing/2014/main" id="{3E4F4DDF-A4CE-45BB-8E5D-A5AB679089ED}"/>
              </a:ext>
            </a:extLst>
          </p:cNvPr>
          <p:cNvSpPr>
            <a:spLocks noGrp="1"/>
          </p:cNvSpPr>
          <p:nvPr>
            <p:ph type="body" sz="quarter" idx="22" hasCustomPrompt="1"/>
          </p:nvPr>
        </p:nvSpPr>
        <p:spPr>
          <a:xfrm>
            <a:off x="7924800" y="4034387"/>
            <a:ext cx="3657599" cy="2012400"/>
          </a:xfrm>
          <a:prstGeom prst="rect">
            <a:avLst/>
          </a:prstGeom>
          <a:solidFill>
            <a:schemeClr val="accent1"/>
          </a:solidFill>
        </p:spPr>
        <p:txBody>
          <a:bodyPr wrap="square" lIns="306000" tIns="0" rIns="306000" bIns="0" anchor="ctr" anchorCtr="0">
            <a:normAutofit/>
          </a:bodyPr>
          <a:lstStyle>
            <a:lvl1pPr marL="0" indent="0" algn="l">
              <a:lnSpc>
                <a:spcPct val="100000"/>
              </a:lnSpc>
              <a:buNone/>
              <a:defRPr>
                <a:solidFill>
                  <a:schemeClr val="bg1"/>
                </a:solidFill>
                <a:latin typeface="+mj-lt"/>
              </a:defRPr>
            </a:lvl1pPr>
          </a:lstStyle>
          <a:p>
            <a:pPr lvl="0"/>
            <a:r>
              <a:rPr lang="en-US"/>
              <a:t>Click to add callout </a:t>
            </a:r>
            <a:br>
              <a:rPr lang="en-US"/>
            </a:br>
            <a:r>
              <a:rPr lang="en-US"/>
              <a:t>or key figure</a:t>
            </a:r>
          </a:p>
        </p:txBody>
      </p:sp>
      <p:cxnSp>
        <p:nvCxnSpPr>
          <p:cNvPr id="9" name="Straight Connector 8">
            <a:extLst>
              <a:ext uri="{FF2B5EF4-FFF2-40B4-BE49-F238E27FC236}">
                <a16:creationId xmlns:a16="http://schemas.microsoft.com/office/drawing/2014/main" id="{D29D5544-E482-784E-19C5-157B93F4CBA4}"/>
              </a:ext>
            </a:extLst>
          </p:cNvPr>
          <p:cNvCxnSpPr>
            <a:cxnSpLocks/>
          </p:cNvCxnSpPr>
          <p:nvPr userDrawn="1"/>
        </p:nvCxnSpPr>
        <p:spPr>
          <a:xfrm>
            <a:off x="76200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itle 21">
            <a:extLst>
              <a:ext uri="{FF2B5EF4-FFF2-40B4-BE49-F238E27FC236}">
                <a16:creationId xmlns:a16="http://schemas.microsoft.com/office/drawing/2014/main" id="{33800B1B-EDDC-DA77-45C5-2CF8CC925329}"/>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161863442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Right">
    <p:spTree>
      <p:nvGrpSpPr>
        <p:cNvPr id="1" name=""/>
        <p:cNvGrpSpPr/>
        <p:nvPr/>
      </p:nvGrpSpPr>
      <p:grpSpPr>
        <a:xfrm>
          <a:off x="0" y="0"/>
          <a:ext cx="0" cy="0"/>
          <a:chOff x="0" y="0"/>
          <a:chExt cx="0" cy="0"/>
        </a:xfrm>
      </p:grpSpPr>
      <p:sp>
        <p:nvSpPr>
          <p:cNvPr id="16" name="Text Placeholder 96">
            <a:extLst>
              <a:ext uri="{FF2B5EF4-FFF2-40B4-BE49-F238E27FC236}">
                <a16:creationId xmlns:a16="http://schemas.microsoft.com/office/drawing/2014/main" id="{778D2AE8-C71F-4A8C-8D51-3B3AAAF70E51}"/>
              </a:ext>
            </a:extLst>
          </p:cNvPr>
          <p:cNvSpPr>
            <a:spLocks noGrp="1"/>
          </p:cNvSpPr>
          <p:nvPr>
            <p:ph type="body" sz="quarter" idx="111" hasCustomPrompt="1"/>
          </p:nvPr>
        </p:nvSpPr>
        <p:spPr>
          <a:xfrm>
            <a:off x="609600" y="6200775"/>
            <a:ext cx="9753597"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876805" y="1468438"/>
            <a:ext cx="6705596" cy="424732"/>
          </a:xfrm>
          <a:prstGeom prst="rect">
            <a:avLst/>
          </a:prstGeom>
        </p:spPr>
        <p:txBody>
          <a:bodyPr lIns="0" anchor="t"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3" name="Text Placeholder 11">
            <a:extLst>
              <a:ext uri="{FF2B5EF4-FFF2-40B4-BE49-F238E27FC236}">
                <a16:creationId xmlns:a16="http://schemas.microsoft.com/office/drawing/2014/main" id="{48D4EF0D-A9CE-4E45-B1B3-BB585A7CD1D9}"/>
              </a:ext>
            </a:extLst>
          </p:cNvPr>
          <p:cNvSpPr>
            <a:spLocks noGrp="1"/>
          </p:cNvSpPr>
          <p:nvPr>
            <p:ph type="body" sz="quarter" idx="17" hasCustomPrompt="1"/>
          </p:nvPr>
        </p:nvSpPr>
        <p:spPr>
          <a:xfrm>
            <a:off x="609600" y="2044699"/>
            <a:ext cx="3657600" cy="369332"/>
          </a:xfrm>
          <a:prstGeom prst="rect">
            <a:avLst/>
          </a:prstGeom>
        </p:spPr>
        <p:txBody>
          <a:bodyPr wrap="square" lIns="0">
            <a:noAutofit/>
          </a:bodyPr>
          <a:lstStyle>
            <a:lvl1pPr>
              <a:lnSpc>
                <a:spcPct val="100000"/>
              </a:lnSpc>
              <a:defRPr/>
            </a:lvl1pPr>
          </a:lstStyle>
          <a:p>
            <a:pPr lvl="0"/>
            <a:r>
              <a:rPr lang="en-US"/>
              <a:t>Click to add text. </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609600" y="1468438"/>
            <a:ext cx="3657600" cy="424732"/>
          </a:xfrm>
          <a:prstGeom prst="rect">
            <a:avLst/>
          </a:prstGeom>
        </p:spPr>
        <p:txBody>
          <a:bodyPr wrap="square" lIns="0" anchor="t"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7" name="Content Placeholder 3">
            <a:extLst>
              <a:ext uri="{FF2B5EF4-FFF2-40B4-BE49-F238E27FC236}">
                <a16:creationId xmlns:a16="http://schemas.microsoft.com/office/drawing/2014/main" id="{E9D64AEF-AC5B-4ACA-95B3-7DD2AC9A9709}"/>
              </a:ext>
            </a:extLst>
          </p:cNvPr>
          <p:cNvSpPr>
            <a:spLocks noGrp="1"/>
          </p:cNvSpPr>
          <p:nvPr>
            <p:ph sz="quarter" idx="20" hasCustomPrompt="1"/>
          </p:nvPr>
        </p:nvSpPr>
        <p:spPr>
          <a:xfrm>
            <a:off x="4876805" y="2044698"/>
            <a:ext cx="6705596" cy="4002083"/>
          </a:xfrm>
          <a:prstGeom prst="rect">
            <a:avLst/>
          </a:prstGeom>
        </p:spPr>
        <p:txBody>
          <a:bodyPr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15" name="Text Placeholder 14">
            <a:extLst>
              <a:ext uri="{FF2B5EF4-FFF2-40B4-BE49-F238E27FC236}">
                <a16:creationId xmlns:a16="http://schemas.microsoft.com/office/drawing/2014/main" id="{0B389EFA-BE5F-4B72-ACD5-3C006758495E}"/>
              </a:ext>
            </a:extLst>
          </p:cNvPr>
          <p:cNvSpPr>
            <a:spLocks noGrp="1"/>
          </p:cNvSpPr>
          <p:nvPr>
            <p:ph type="body" sz="quarter" idx="22" hasCustomPrompt="1"/>
          </p:nvPr>
        </p:nvSpPr>
        <p:spPr>
          <a:xfrm>
            <a:off x="609600" y="4034382"/>
            <a:ext cx="3657600" cy="2012400"/>
          </a:xfrm>
          <a:prstGeom prst="rect">
            <a:avLst/>
          </a:prstGeom>
          <a:solidFill>
            <a:schemeClr val="accent1"/>
          </a:solidFill>
        </p:spPr>
        <p:txBody>
          <a:bodyPr wrap="square" lIns="306000" tIns="0" rIns="306000" bIns="0" anchor="ctr" anchorCtr="0">
            <a:normAutofit/>
          </a:bodyPr>
          <a:lstStyle>
            <a:lvl1pPr marL="0" indent="0" algn="l">
              <a:lnSpc>
                <a:spcPct val="100000"/>
              </a:lnSpc>
              <a:buNone/>
              <a:defRPr>
                <a:solidFill>
                  <a:schemeClr val="bg1"/>
                </a:solidFill>
                <a:latin typeface="+mj-lt"/>
              </a:defRPr>
            </a:lvl1pPr>
          </a:lstStyle>
          <a:p>
            <a:pPr lvl="0"/>
            <a:r>
              <a:rPr lang="en-US"/>
              <a:t>Click to add callout or key figure</a:t>
            </a:r>
          </a:p>
        </p:txBody>
      </p:sp>
      <p:sp>
        <p:nvSpPr>
          <p:cNvPr id="3" name="Title 2">
            <a:extLst>
              <a:ext uri="{FF2B5EF4-FFF2-40B4-BE49-F238E27FC236}">
                <a16:creationId xmlns:a16="http://schemas.microsoft.com/office/drawing/2014/main" id="{03986FB4-3DE1-8A48-1A75-1ECACF70F09F}"/>
              </a:ext>
            </a:extLst>
          </p:cNvPr>
          <p:cNvSpPr>
            <a:spLocks noGrp="1"/>
          </p:cNvSpPr>
          <p:nvPr>
            <p:ph type="title" hasCustomPrompt="1"/>
          </p:nvPr>
        </p:nvSpPr>
        <p:spPr>
          <a:xfrm>
            <a:off x="609600" y="401638"/>
            <a:ext cx="10972800" cy="914400"/>
          </a:xfrm>
        </p:spPr>
        <p:txBody>
          <a:bodyPr/>
          <a:lstStyle/>
          <a:p>
            <a:r>
              <a:rPr lang="en-US"/>
              <a:t>Click to enter title here</a:t>
            </a:r>
          </a:p>
        </p:txBody>
      </p:sp>
      <p:cxnSp>
        <p:nvCxnSpPr>
          <p:cNvPr id="19" name="Straight Connector 18">
            <a:extLst>
              <a:ext uri="{FF2B5EF4-FFF2-40B4-BE49-F238E27FC236}">
                <a16:creationId xmlns:a16="http://schemas.microsoft.com/office/drawing/2014/main" id="{DC01966D-8FCF-F1C1-579C-4BCC5E36507D}"/>
              </a:ext>
            </a:extLst>
          </p:cNvPr>
          <p:cNvCxnSpPr>
            <a:cxnSpLocks/>
          </p:cNvCxnSpPr>
          <p:nvPr userDrawn="1"/>
        </p:nvCxnSpPr>
        <p:spPr>
          <a:xfrm>
            <a:off x="4572003"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2085562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Column Heading List">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ADE2FC00-C8CB-4E19-BA1A-C2DF3D5D8C10}"/>
              </a:ext>
            </a:extLst>
          </p:cNvPr>
          <p:cNvSpPr>
            <a:spLocks noGrp="1"/>
          </p:cNvSpPr>
          <p:nvPr>
            <p:ph type="body" sz="quarter" idx="111" hasCustomPrompt="1"/>
          </p:nvPr>
        </p:nvSpPr>
        <p:spPr>
          <a:xfrm>
            <a:off x="609602" y="6200775"/>
            <a:ext cx="9753597"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013136D-000F-468E-82F7-78627545D641}"/>
              </a:ext>
            </a:extLst>
          </p:cNvPr>
          <p:cNvSpPr>
            <a:spLocks noGrp="1"/>
          </p:cNvSpPr>
          <p:nvPr>
            <p:ph type="dt" sz="half" idx="16"/>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609600" y="2285774"/>
            <a:ext cx="10972800"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10351" y="1468438"/>
            <a:ext cx="10972800"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0" name="Slide Number Placeholder 9">
            <a:extLst>
              <a:ext uri="{FF2B5EF4-FFF2-40B4-BE49-F238E27FC236}">
                <a16:creationId xmlns:a16="http://schemas.microsoft.com/office/drawing/2014/main" id="{D62F3963-DA4D-4494-BBE3-B9E276AB4C0D}"/>
              </a:ext>
            </a:extLst>
          </p:cNvPr>
          <p:cNvSpPr>
            <a:spLocks noGrp="1"/>
          </p:cNvSpPr>
          <p:nvPr>
            <p:ph type="sldNum" sz="quarter" idx="18"/>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7374FAE0-84B7-4520-A8FF-5F7E3FA83115}"/>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314667779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Heading List">
    <p:spTree>
      <p:nvGrpSpPr>
        <p:cNvPr id="1" name=""/>
        <p:cNvGrpSpPr/>
        <p:nvPr/>
      </p:nvGrpSpPr>
      <p:grpSpPr>
        <a:xfrm>
          <a:off x="0" y="0"/>
          <a:ext cx="0" cy="0"/>
          <a:chOff x="0" y="0"/>
          <a:chExt cx="0" cy="0"/>
        </a:xfrm>
      </p:grpSpPr>
      <p:sp>
        <p:nvSpPr>
          <p:cNvPr id="10" name="Text Placeholder 96">
            <a:extLst>
              <a:ext uri="{FF2B5EF4-FFF2-40B4-BE49-F238E27FC236}">
                <a16:creationId xmlns:a16="http://schemas.microsoft.com/office/drawing/2014/main" id="{2637D735-30A5-485A-99EE-308975B4856D}"/>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609600" y="2285774"/>
            <a:ext cx="5181976"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10351" y="1468438"/>
            <a:ext cx="5181976"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6400424" y="2285774"/>
            <a:ext cx="5181976" cy="3761003"/>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6400424" y="1468438"/>
            <a:ext cx="5181976"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4" name="Title 3">
            <a:extLst>
              <a:ext uri="{FF2B5EF4-FFF2-40B4-BE49-F238E27FC236}">
                <a16:creationId xmlns:a16="http://schemas.microsoft.com/office/drawing/2014/main" id="{D323D907-3C73-D52B-957D-6283C143DE0F}"/>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343422027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 Heading List">
    <p:spTree>
      <p:nvGrpSpPr>
        <p:cNvPr id="1" name=""/>
        <p:cNvGrpSpPr/>
        <p:nvPr/>
      </p:nvGrpSpPr>
      <p:grpSpPr>
        <a:xfrm>
          <a:off x="0" y="0"/>
          <a:ext cx="0" cy="0"/>
          <a:chOff x="0" y="0"/>
          <a:chExt cx="0" cy="0"/>
        </a:xfrm>
      </p:grpSpPr>
      <p:sp>
        <p:nvSpPr>
          <p:cNvPr id="12" name="Text Placeholder 96">
            <a:extLst>
              <a:ext uri="{FF2B5EF4-FFF2-40B4-BE49-F238E27FC236}">
                <a16:creationId xmlns:a16="http://schemas.microsoft.com/office/drawing/2014/main" id="{3693997A-5C93-43A3-8084-D3D97075252B}"/>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2004B821-BCFE-4694-8F07-82AA247F72F5}"/>
              </a:ext>
            </a:extLst>
          </p:cNvPr>
          <p:cNvSpPr>
            <a:spLocks noGrp="1"/>
          </p:cNvSpPr>
          <p:nvPr>
            <p:ph type="dt" sz="half" idx="20"/>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609601" y="2285774"/>
            <a:ext cx="3251450"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09601" y="1468438"/>
            <a:ext cx="3251450"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4470276" y="2285774"/>
            <a:ext cx="3251450" cy="3761003"/>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4470276" y="1468438"/>
            <a:ext cx="3251450"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p:nvPr>
        </p:nvSpPr>
        <p:spPr>
          <a:xfrm>
            <a:off x="8330950" y="2285774"/>
            <a:ext cx="3251450" cy="3761003"/>
          </a:xfrm>
          <a:noFill/>
          <a:ln>
            <a:solidFill>
              <a:schemeClr val="tx1"/>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8330950" y="1468438"/>
            <a:ext cx="3251450" cy="817200"/>
          </a:xfrm>
          <a:solidFill>
            <a:schemeClr val="tx1"/>
          </a:solidFill>
          <a:ln>
            <a:solidFill>
              <a:schemeClr val="tx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8" name="Slide Number Placeholder 7">
            <a:extLst>
              <a:ext uri="{FF2B5EF4-FFF2-40B4-BE49-F238E27FC236}">
                <a16:creationId xmlns:a16="http://schemas.microsoft.com/office/drawing/2014/main" id="{879911E2-3D79-4D57-A4A5-99B310315A3A}"/>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31B845E6-1A8A-93E0-8ACC-3D2F7C09B37D}"/>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57326967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 Heading List">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C19B5F97-DA6F-4D23-91EB-F783A1590A4A}"/>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8" name="Date Placeholder 7">
            <a:extLst>
              <a:ext uri="{FF2B5EF4-FFF2-40B4-BE49-F238E27FC236}">
                <a16:creationId xmlns:a16="http://schemas.microsoft.com/office/drawing/2014/main" id="{5FDF1C59-75D3-4D44-AA6A-CE846344781C}"/>
              </a:ext>
            </a:extLst>
          </p:cNvPr>
          <p:cNvSpPr>
            <a:spLocks noGrp="1"/>
          </p:cNvSpPr>
          <p:nvPr>
            <p:ph type="dt" sz="half" idx="22"/>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p:nvPr>
        </p:nvSpPr>
        <p:spPr>
          <a:xfrm>
            <a:off x="609600" y="2287237"/>
            <a:ext cx="2514225" cy="3759539"/>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09600" y="1470037"/>
            <a:ext cx="2514225"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p:nvPr>
        </p:nvSpPr>
        <p:spPr>
          <a:xfrm>
            <a:off x="3429125" y="2287237"/>
            <a:ext cx="2514225" cy="3759539"/>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3429125" y="1470037"/>
            <a:ext cx="2514225"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p:nvPr>
        </p:nvSpPr>
        <p:spPr>
          <a:xfrm>
            <a:off x="6248650" y="2287237"/>
            <a:ext cx="2514225" cy="3759539"/>
          </a:xfrm>
          <a:noFill/>
          <a:ln>
            <a:solidFill>
              <a:schemeClr val="tx1"/>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6248650" y="1470037"/>
            <a:ext cx="2514225" cy="817200"/>
          </a:xfrm>
          <a:solidFill>
            <a:schemeClr val="tx1"/>
          </a:solidFill>
          <a:ln>
            <a:solidFill>
              <a:schemeClr val="tx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23" name="Text Placeholder 17">
            <a:extLst>
              <a:ext uri="{FF2B5EF4-FFF2-40B4-BE49-F238E27FC236}">
                <a16:creationId xmlns:a16="http://schemas.microsoft.com/office/drawing/2014/main" id="{07483DBB-6AB3-44E8-B476-D691A6DD7796}"/>
              </a:ext>
            </a:extLst>
          </p:cNvPr>
          <p:cNvSpPr>
            <a:spLocks noGrp="1"/>
          </p:cNvSpPr>
          <p:nvPr>
            <p:ph type="body" sz="quarter" idx="20"/>
          </p:nvPr>
        </p:nvSpPr>
        <p:spPr>
          <a:xfrm>
            <a:off x="9068175" y="2287237"/>
            <a:ext cx="2514225" cy="3759539"/>
          </a:xfrm>
          <a:noFill/>
          <a:ln>
            <a:solidFill>
              <a:srgbClr val="C4D0CD"/>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14">
            <a:extLst>
              <a:ext uri="{FF2B5EF4-FFF2-40B4-BE49-F238E27FC236}">
                <a16:creationId xmlns:a16="http://schemas.microsoft.com/office/drawing/2014/main" id="{794F06B4-05CB-4425-B43C-90CDB77D4DCD}"/>
              </a:ext>
            </a:extLst>
          </p:cNvPr>
          <p:cNvSpPr>
            <a:spLocks noGrp="1"/>
          </p:cNvSpPr>
          <p:nvPr>
            <p:ph type="body" sz="quarter" idx="21" hasCustomPrompt="1"/>
          </p:nvPr>
        </p:nvSpPr>
        <p:spPr>
          <a:xfrm>
            <a:off x="9068175" y="1470037"/>
            <a:ext cx="2514225" cy="817200"/>
          </a:xfrm>
          <a:solidFill>
            <a:srgbClr val="C4D0CD"/>
          </a:solidFill>
          <a:ln>
            <a:solidFill>
              <a:srgbClr val="C4D0CD"/>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10" name="Slide Number Placeholder 9">
            <a:extLst>
              <a:ext uri="{FF2B5EF4-FFF2-40B4-BE49-F238E27FC236}">
                <a16:creationId xmlns:a16="http://schemas.microsoft.com/office/drawing/2014/main" id="{507ABD0A-0B79-498A-8135-71083AB527F3}"/>
              </a:ext>
            </a:extLst>
          </p:cNvPr>
          <p:cNvSpPr>
            <a:spLocks noGrp="1"/>
          </p:cNvSpPr>
          <p:nvPr>
            <p:ph type="sldNum" sz="quarter" idx="24"/>
          </p:nvPr>
        </p:nvSpPr>
        <p:spPr/>
        <p:txBody>
          <a:bodyPr/>
          <a:lstStyle>
            <a:lvl1pPr>
              <a:lnSpc>
                <a:spcPct val="100000"/>
              </a:lnSpc>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49F9E7D8-FC5E-3964-17F2-8561D6E604F1}"/>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320284925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Dark)">
    <p:bg>
      <p:bgRef idx="1001">
        <a:schemeClr val="bg1"/>
      </p:bgRef>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348522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Dark)">
    <p:bg>
      <p:bgRef idx="1001">
        <a:schemeClr val="bg1"/>
      </p:bgRef>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a:t>Click to enter title here</a:t>
            </a:r>
          </a:p>
        </p:txBody>
      </p:sp>
    </p:spTree>
    <p:custDataLst>
      <p:tags r:id="rId1"/>
    </p:custDataLst>
    <p:extLst>
      <p:ext uri="{BB962C8B-B14F-4D97-AF65-F5344CB8AC3E}">
        <p14:creationId xmlns:p14="http://schemas.microsoft.com/office/powerpoint/2010/main" val="21576461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Mulberry)">
    <p:bg>
      <p:bgPr>
        <a:solidFill>
          <a:schemeClr val="accent1"/>
        </a:solidFill>
        <a:effectLst/>
      </p:bgPr>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4163775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Mulberry)">
    <p:bg>
      <p:bgPr>
        <a:solidFill>
          <a:schemeClr val="accent1"/>
        </a:solidFill>
        <a:effectLst/>
      </p:bgPr>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a:t>Click to enter title here</a:t>
            </a:r>
          </a:p>
        </p:txBody>
      </p:sp>
    </p:spTree>
    <p:custDataLst>
      <p:tags r:id="rId1"/>
    </p:custDataLst>
    <p:extLst>
      <p:ext uri="{BB962C8B-B14F-4D97-AF65-F5344CB8AC3E}">
        <p14:creationId xmlns:p14="http://schemas.microsoft.com/office/powerpoint/2010/main" val="23945242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Value Points (Text)">
    <p:spTree>
      <p:nvGrpSpPr>
        <p:cNvPr id="1" name=""/>
        <p:cNvGrpSpPr/>
        <p:nvPr/>
      </p:nvGrpSpPr>
      <p:grpSpPr>
        <a:xfrm>
          <a:off x="0" y="0"/>
          <a:ext cx="0" cy="0"/>
          <a:chOff x="0" y="0"/>
          <a:chExt cx="0" cy="0"/>
        </a:xfrm>
      </p:grpSpPr>
      <p:sp>
        <p:nvSpPr>
          <p:cNvPr id="29" name="Text Placeholder 96">
            <a:extLst>
              <a:ext uri="{FF2B5EF4-FFF2-40B4-BE49-F238E27FC236}">
                <a16:creationId xmlns:a16="http://schemas.microsoft.com/office/drawing/2014/main" id="{BDBD642F-8BE2-C7DD-8982-68470D1BC5BA}"/>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2" name="Title 1">
            <a:extLst>
              <a:ext uri="{FF2B5EF4-FFF2-40B4-BE49-F238E27FC236}">
                <a16:creationId xmlns:a16="http://schemas.microsoft.com/office/drawing/2014/main" id="{DD2B07C7-65F1-A7EE-23B3-392D25D15B0C}"/>
              </a:ext>
            </a:extLst>
          </p:cNvPr>
          <p:cNvSpPr>
            <a:spLocks noGrp="1"/>
          </p:cNvSpPr>
          <p:nvPr>
            <p:ph type="title" hasCustomPrompt="1"/>
          </p:nvPr>
        </p:nvSpPr>
        <p:spPr>
          <a:xfrm>
            <a:off x="609600" y="401638"/>
            <a:ext cx="10972800" cy="914400"/>
          </a:xfrm>
        </p:spPr>
        <p:txBody>
          <a:bodyPr/>
          <a:lstStyle/>
          <a:p>
            <a:r>
              <a:rPr lang="en-US"/>
              <a:t>Click to enter title here</a:t>
            </a:r>
          </a:p>
        </p:txBody>
      </p:sp>
      <p:sp>
        <p:nvSpPr>
          <p:cNvPr id="3" name="Date Placeholder 2">
            <a:extLst>
              <a:ext uri="{FF2B5EF4-FFF2-40B4-BE49-F238E27FC236}">
                <a16:creationId xmlns:a16="http://schemas.microsoft.com/office/drawing/2014/main" id="{68D9B13E-D526-80BB-7D3E-333CBF95F146}"/>
              </a:ext>
            </a:extLst>
          </p:cNvPr>
          <p:cNvSpPr>
            <a:spLocks noGrp="1"/>
          </p:cNvSpPr>
          <p:nvPr>
            <p:ph type="dt" sz="half" idx="10"/>
          </p:nvPr>
        </p:nvSpPr>
        <p:spPr/>
        <p:txBody>
          <a:bodyPr/>
          <a:lstStyle/>
          <a:p>
            <a:endParaRPr lang="en-GB"/>
          </a:p>
        </p:txBody>
      </p:sp>
      <p:sp>
        <p:nvSpPr>
          <p:cNvPr id="4" name="Slide Number Placeholder 3">
            <a:extLst>
              <a:ext uri="{FF2B5EF4-FFF2-40B4-BE49-F238E27FC236}">
                <a16:creationId xmlns:a16="http://schemas.microsoft.com/office/drawing/2014/main" id="{E867592F-1CFF-2044-8354-CE33B1D1D4F2}"/>
              </a:ext>
            </a:extLst>
          </p:cNvPr>
          <p:cNvSpPr>
            <a:spLocks noGrp="1"/>
          </p:cNvSpPr>
          <p:nvPr>
            <p:ph type="sldNum" sz="quarter" idx="11"/>
          </p:nvPr>
        </p:nvSpPr>
        <p:spPr/>
        <p:txBody>
          <a:bodyPr/>
          <a:lstStyle/>
          <a:p>
            <a:fld id="{F8E47D07-9D1E-4FE9-B31A-2F5863681021}" type="slidenum">
              <a:rPr lang="en-GB" smtClean="0"/>
              <a:pPr/>
              <a:t>‹#›</a:t>
            </a:fld>
            <a:endParaRPr lang="en-GB"/>
          </a:p>
        </p:txBody>
      </p:sp>
      <p:sp>
        <p:nvSpPr>
          <p:cNvPr id="20" name="Text Placeholder 18">
            <a:extLst>
              <a:ext uri="{FF2B5EF4-FFF2-40B4-BE49-F238E27FC236}">
                <a16:creationId xmlns:a16="http://schemas.microsoft.com/office/drawing/2014/main" id="{B8E41CDE-A8E2-9D16-F3A2-8578F39C06CA}"/>
              </a:ext>
            </a:extLst>
          </p:cNvPr>
          <p:cNvSpPr>
            <a:spLocks noGrp="1"/>
          </p:cNvSpPr>
          <p:nvPr>
            <p:ph type="body" sz="quarter" idx="112" hasCustomPrompt="1"/>
          </p:nvPr>
        </p:nvSpPr>
        <p:spPr>
          <a:xfrm>
            <a:off x="11088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21" name="Text Placeholder 9">
            <a:extLst>
              <a:ext uri="{FF2B5EF4-FFF2-40B4-BE49-F238E27FC236}">
                <a16:creationId xmlns:a16="http://schemas.microsoft.com/office/drawing/2014/main" id="{C4B19887-1896-F380-B43C-1848D871518D}"/>
              </a:ext>
            </a:extLst>
          </p:cNvPr>
          <p:cNvSpPr>
            <a:spLocks noGrp="1"/>
          </p:cNvSpPr>
          <p:nvPr>
            <p:ph type="body" sz="quarter" idx="18" hasCustomPrompt="1"/>
          </p:nvPr>
        </p:nvSpPr>
        <p:spPr>
          <a:xfrm>
            <a:off x="609600" y="4213225"/>
            <a:ext cx="3251200" cy="1728000"/>
          </a:xfrm>
        </p:spPr>
        <p:txBody>
          <a:bodyPr/>
          <a:lstStyle>
            <a:lvl1pPr marL="0" indent="0" algn="ctr">
              <a:lnSpc>
                <a:spcPct val="100000"/>
              </a:lnSpc>
              <a:buNone/>
              <a:defRPr/>
            </a:lvl1pPr>
          </a:lstStyle>
          <a:p>
            <a:pPr lvl="0"/>
            <a:r>
              <a:rPr lang="en-US"/>
              <a:t>Supporting text goes here.</a:t>
            </a:r>
          </a:p>
        </p:txBody>
      </p:sp>
      <p:sp>
        <p:nvSpPr>
          <p:cNvPr id="22" name="Text Placeholder 18">
            <a:extLst>
              <a:ext uri="{FF2B5EF4-FFF2-40B4-BE49-F238E27FC236}">
                <a16:creationId xmlns:a16="http://schemas.microsoft.com/office/drawing/2014/main" id="{43B2985D-BEB4-3823-9DD4-01A8319BE136}"/>
              </a:ext>
            </a:extLst>
          </p:cNvPr>
          <p:cNvSpPr>
            <a:spLocks noGrp="1"/>
          </p:cNvSpPr>
          <p:nvPr>
            <p:ph type="body" sz="quarter" idx="113" hasCustomPrompt="1"/>
          </p:nvPr>
        </p:nvSpPr>
        <p:spPr>
          <a:xfrm>
            <a:off x="49696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23" name="Text Placeholder 9">
            <a:extLst>
              <a:ext uri="{FF2B5EF4-FFF2-40B4-BE49-F238E27FC236}">
                <a16:creationId xmlns:a16="http://schemas.microsoft.com/office/drawing/2014/main" id="{356A32DB-610E-E691-BEFF-0507E1E8273C}"/>
              </a:ext>
            </a:extLst>
          </p:cNvPr>
          <p:cNvSpPr>
            <a:spLocks noGrp="1"/>
          </p:cNvSpPr>
          <p:nvPr>
            <p:ph type="body" sz="quarter" idx="27" hasCustomPrompt="1"/>
          </p:nvPr>
        </p:nvSpPr>
        <p:spPr>
          <a:xfrm>
            <a:off x="4470400" y="4213225"/>
            <a:ext cx="3251200" cy="1728000"/>
          </a:xfrm>
        </p:spPr>
        <p:txBody>
          <a:bodyPr/>
          <a:lstStyle>
            <a:lvl1pPr marL="0" indent="0" algn="ctr">
              <a:lnSpc>
                <a:spcPct val="100000"/>
              </a:lnSpc>
              <a:buNone/>
              <a:defRPr/>
            </a:lvl1pPr>
          </a:lstStyle>
          <a:p>
            <a:pPr lvl="0"/>
            <a:r>
              <a:rPr lang="en-US"/>
              <a:t>Supporting text goes here.</a:t>
            </a:r>
          </a:p>
        </p:txBody>
      </p:sp>
      <p:sp>
        <p:nvSpPr>
          <p:cNvPr id="24" name="Text Placeholder 18">
            <a:extLst>
              <a:ext uri="{FF2B5EF4-FFF2-40B4-BE49-F238E27FC236}">
                <a16:creationId xmlns:a16="http://schemas.microsoft.com/office/drawing/2014/main" id="{EA1CDC5D-52A5-FB93-9ABA-613C1001A8B7}"/>
              </a:ext>
            </a:extLst>
          </p:cNvPr>
          <p:cNvSpPr>
            <a:spLocks noGrp="1"/>
          </p:cNvSpPr>
          <p:nvPr>
            <p:ph type="body" sz="quarter" idx="114" hasCustomPrompt="1"/>
          </p:nvPr>
        </p:nvSpPr>
        <p:spPr>
          <a:xfrm>
            <a:off x="88304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25" name="Text Placeholder 9">
            <a:extLst>
              <a:ext uri="{FF2B5EF4-FFF2-40B4-BE49-F238E27FC236}">
                <a16:creationId xmlns:a16="http://schemas.microsoft.com/office/drawing/2014/main" id="{8513A1F3-5FF9-F3C7-0FB1-47040C0FC0D6}"/>
              </a:ext>
            </a:extLst>
          </p:cNvPr>
          <p:cNvSpPr>
            <a:spLocks noGrp="1"/>
          </p:cNvSpPr>
          <p:nvPr>
            <p:ph type="body" sz="quarter" idx="28" hasCustomPrompt="1"/>
          </p:nvPr>
        </p:nvSpPr>
        <p:spPr>
          <a:xfrm>
            <a:off x="8331200" y="4213225"/>
            <a:ext cx="3251200" cy="1728000"/>
          </a:xfrm>
        </p:spPr>
        <p:txBody>
          <a:bodyPr/>
          <a:lstStyle>
            <a:lvl1pPr marL="0" indent="0" algn="ctr">
              <a:lnSpc>
                <a:spcPct val="100000"/>
              </a:lnSpc>
              <a:buNone/>
              <a:defRPr/>
            </a:lvl1pPr>
          </a:lstStyle>
          <a:p>
            <a:pPr lvl="0"/>
            <a:r>
              <a:rPr lang="en-US"/>
              <a:t>Supporting text goes here.</a:t>
            </a:r>
          </a:p>
        </p:txBody>
      </p:sp>
    </p:spTree>
    <p:custDataLst>
      <p:tags r:id="rId1"/>
    </p:custDataLst>
    <p:extLst>
      <p:ext uri="{BB962C8B-B14F-4D97-AF65-F5344CB8AC3E}">
        <p14:creationId xmlns:p14="http://schemas.microsoft.com/office/powerpoint/2010/main" val="35825981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Value Points (Text)">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3521B5E2-A95F-4E1E-259C-31E868EDB699}"/>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2" name="Title 1">
            <a:extLst>
              <a:ext uri="{FF2B5EF4-FFF2-40B4-BE49-F238E27FC236}">
                <a16:creationId xmlns:a16="http://schemas.microsoft.com/office/drawing/2014/main" id="{8ED3928E-C27C-B98B-CBBA-C5DF141A3824}"/>
              </a:ext>
            </a:extLst>
          </p:cNvPr>
          <p:cNvSpPr>
            <a:spLocks noGrp="1"/>
          </p:cNvSpPr>
          <p:nvPr>
            <p:ph type="title" hasCustomPrompt="1"/>
          </p:nvPr>
        </p:nvSpPr>
        <p:spPr>
          <a:xfrm>
            <a:off x="609600" y="401638"/>
            <a:ext cx="10972800" cy="914400"/>
          </a:xfrm>
        </p:spPr>
        <p:txBody>
          <a:bodyPr/>
          <a:lstStyle/>
          <a:p>
            <a:r>
              <a:rPr lang="en-US"/>
              <a:t>Click to enter title here</a:t>
            </a:r>
          </a:p>
        </p:txBody>
      </p:sp>
      <p:sp>
        <p:nvSpPr>
          <p:cNvPr id="3" name="Date Placeholder 2">
            <a:extLst>
              <a:ext uri="{FF2B5EF4-FFF2-40B4-BE49-F238E27FC236}">
                <a16:creationId xmlns:a16="http://schemas.microsoft.com/office/drawing/2014/main" id="{6E313132-FD70-6F1A-7A9A-17160DA09B36}"/>
              </a:ext>
            </a:extLst>
          </p:cNvPr>
          <p:cNvSpPr>
            <a:spLocks noGrp="1"/>
          </p:cNvSpPr>
          <p:nvPr>
            <p:ph type="dt" sz="half" idx="10"/>
          </p:nvPr>
        </p:nvSpPr>
        <p:spPr/>
        <p:txBody>
          <a:bodyPr/>
          <a:lstStyle/>
          <a:p>
            <a:endParaRPr lang="en-GB"/>
          </a:p>
        </p:txBody>
      </p:sp>
      <p:sp>
        <p:nvSpPr>
          <p:cNvPr id="4" name="Slide Number Placeholder 3">
            <a:extLst>
              <a:ext uri="{FF2B5EF4-FFF2-40B4-BE49-F238E27FC236}">
                <a16:creationId xmlns:a16="http://schemas.microsoft.com/office/drawing/2014/main" id="{B81DAEE0-15F6-99A4-BA58-BA5B2DD1BC1F}"/>
              </a:ext>
            </a:extLst>
          </p:cNvPr>
          <p:cNvSpPr>
            <a:spLocks noGrp="1"/>
          </p:cNvSpPr>
          <p:nvPr>
            <p:ph type="sldNum" sz="quarter" idx="11"/>
          </p:nvPr>
        </p:nvSpPr>
        <p:spPr/>
        <p:txBody>
          <a:bodyPr/>
          <a:lstStyle/>
          <a:p>
            <a:fld id="{F8E47D07-9D1E-4FE9-B31A-2F5863681021}" type="slidenum">
              <a:rPr lang="en-GB" smtClean="0"/>
              <a:pPr/>
              <a:t>‹#›</a:t>
            </a:fld>
            <a:endParaRPr lang="en-GB"/>
          </a:p>
        </p:txBody>
      </p:sp>
      <p:sp>
        <p:nvSpPr>
          <p:cNvPr id="5" name="Text Placeholder 18">
            <a:extLst>
              <a:ext uri="{FF2B5EF4-FFF2-40B4-BE49-F238E27FC236}">
                <a16:creationId xmlns:a16="http://schemas.microsoft.com/office/drawing/2014/main" id="{C28D0956-CA25-8A55-A594-256222492ABE}"/>
              </a:ext>
            </a:extLst>
          </p:cNvPr>
          <p:cNvSpPr>
            <a:spLocks noGrp="1"/>
          </p:cNvSpPr>
          <p:nvPr>
            <p:ph type="body" sz="quarter" idx="112" hasCustomPrompt="1"/>
          </p:nvPr>
        </p:nvSpPr>
        <p:spPr>
          <a:xfrm>
            <a:off x="7405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6" name="Text Placeholder 9">
            <a:extLst>
              <a:ext uri="{FF2B5EF4-FFF2-40B4-BE49-F238E27FC236}">
                <a16:creationId xmlns:a16="http://schemas.microsoft.com/office/drawing/2014/main" id="{82CACC68-32AD-F079-C7FC-15554FF2B598}"/>
              </a:ext>
            </a:extLst>
          </p:cNvPr>
          <p:cNvSpPr>
            <a:spLocks noGrp="1"/>
          </p:cNvSpPr>
          <p:nvPr>
            <p:ph type="body" sz="quarter" idx="18" hasCustomPrompt="1"/>
          </p:nvPr>
        </p:nvSpPr>
        <p:spPr>
          <a:xfrm>
            <a:off x="609599" y="4213225"/>
            <a:ext cx="2514601" cy="1754326"/>
          </a:xfrm>
        </p:spPr>
        <p:txBody>
          <a:bodyPr/>
          <a:lstStyle>
            <a:lvl1pPr marL="0" indent="0" algn="ctr">
              <a:lnSpc>
                <a:spcPct val="100000"/>
              </a:lnSpc>
              <a:buNone/>
              <a:defRPr sz="2000"/>
            </a:lvl1pPr>
          </a:lstStyle>
          <a:p>
            <a:pPr lvl="0"/>
            <a:r>
              <a:rPr lang="en-US"/>
              <a:t>Supporting text goes here.</a:t>
            </a:r>
          </a:p>
        </p:txBody>
      </p:sp>
      <p:sp>
        <p:nvSpPr>
          <p:cNvPr id="7" name="Text Placeholder 18">
            <a:extLst>
              <a:ext uri="{FF2B5EF4-FFF2-40B4-BE49-F238E27FC236}">
                <a16:creationId xmlns:a16="http://schemas.microsoft.com/office/drawing/2014/main" id="{925CB9A4-7A9E-0560-B2F0-362FDD46CE29}"/>
              </a:ext>
            </a:extLst>
          </p:cNvPr>
          <p:cNvSpPr>
            <a:spLocks noGrp="1"/>
          </p:cNvSpPr>
          <p:nvPr>
            <p:ph type="body" sz="quarter" idx="113" hasCustomPrompt="1"/>
          </p:nvPr>
        </p:nvSpPr>
        <p:spPr>
          <a:xfrm>
            <a:off x="35599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8" name="Text Placeholder 9">
            <a:extLst>
              <a:ext uri="{FF2B5EF4-FFF2-40B4-BE49-F238E27FC236}">
                <a16:creationId xmlns:a16="http://schemas.microsoft.com/office/drawing/2014/main" id="{16E424D4-D75C-EDE6-FA38-E18583CA062C}"/>
              </a:ext>
            </a:extLst>
          </p:cNvPr>
          <p:cNvSpPr>
            <a:spLocks noGrp="1"/>
          </p:cNvSpPr>
          <p:nvPr>
            <p:ph type="body" sz="quarter" idx="30" hasCustomPrompt="1"/>
          </p:nvPr>
        </p:nvSpPr>
        <p:spPr>
          <a:xfrm>
            <a:off x="3428999" y="4213225"/>
            <a:ext cx="2514601" cy="1754326"/>
          </a:xfrm>
        </p:spPr>
        <p:txBody>
          <a:bodyPr/>
          <a:lstStyle>
            <a:lvl1pPr marL="0" indent="0" algn="ctr">
              <a:lnSpc>
                <a:spcPct val="100000"/>
              </a:lnSpc>
              <a:buNone/>
              <a:defRPr sz="2000"/>
            </a:lvl1pPr>
          </a:lstStyle>
          <a:p>
            <a:pPr lvl="0"/>
            <a:r>
              <a:rPr lang="en-US"/>
              <a:t>Supporting text goes here.</a:t>
            </a:r>
          </a:p>
        </p:txBody>
      </p:sp>
      <p:sp>
        <p:nvSpPr>
          <p:cNvPr id="9" name="Text Placeholder 18">
            <a:extLst>
              <a:ext uri="{FF2B5EF4-FFF2-40B4-BE49-F238E27FC236}">
                <a16:creationId xmlns:a16="http://schemas.microsoft.com/office/drawing/2014/main" id="{E0A89B30-8D8C-FF5B-2BA9-88ED83411598}"/>
              </a:ext>
            </a:extLst>
          </p:cNvPr>
          <p:cNvSpPr>
            <a:spLocks noGrp="1"/>
          </p:cNvSpPr>
          <p:nvPr>
            <p:ph type="body" sz="quarter" idx="114" hasCustomPrompt="1"/>
          </p:nvPr>
        </p:nvSpPr>
        <p:spPr>
          <a:xfrm>
            <a:off x="63793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10" name="Text Placeholder 9">
            <a:extLst>
              <a:ext uri="{FF2B5EF4-FFF2-40B4-BE49-F238E27FC236}">
                <a16:creationId xmlns:a16="http://schemas.microsoft.com/office/drawing/2014/main" id="{24653661-ABAC-40E2-3974-BE554971678E}"/>
              </a:ext>
            </a:extLst>
          </p:cNvPr>
          <p:cNvSpPr>
            <a:spLocks noGrp="1"/>
          </p:cNvSpPr>
          <p:nvPr>
            <p:ph type="body" sz="quarter" idx="31" hasCustomPrompt="1"/>
          </p:nvPr>
        </p:nvSpPr>
        <p:spPr>
          <a:xfrm>
            <a:off x="6248399" y="4213225"/>
            <a:ext cx="2514601" cy="1754326"/>
          </a:xfrm>
        </p:spPr>
        <p:txBody>
          <a:bodyPr/>
          <a:lstStyle>
            <a:lvl1pPr marL="0" indent="0" algn="ctr">
              <a:lnSpc>
                <a:spcPct val="100000"/>
              </a:lnSpc>
              <a:buNone/>
              <a:defRPr sz="2000"/>
            </a:lvl1pPr>
          </a:lstStyle>
          <a:p>
            <a:pPr lvl="0"/>
            <a:r>
              <a:rPr lang="en-US"/>
              <a:t>Supporting text goes here.</a:t>
            </a:r>
          </a:p>
        </p:txBody>
      </p:sp>
      <p:sp>
        <p:nvSpPr>
          <p:cNvPr id="11" name="Text Placeholder 18">
            <a:extLst>
              <a:ext uri="{FF2B5EF4-FFF2-40B4-BE49-F238E27FC236}">
                <a16:creationId xmlns:a16="http://schemas.microsoft.com/office/drawing/2014/main" id="{1CF8363C-AC84-782F-C4B1-FF669F1C915E}"/>
              </a:ext>
            </a:extLst>
          </p:cNvPr>
          <p:cNvSpPr>
            <a:spLocks noGrp="1"/>
          </p:cNvSpPr>
          <p:nvPr>
            <p:ph type="body" sz="quarter" idx="115" hasCustomPrompt="1"/>
          </p:nvPr>
        </p:nvSpPr>
        <p:spPr>
          <a:xfrm>
            <a:off x="91987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12" name="Text Placeholder 9">
            <a:extLst>
              <a:ext uri="{FF2B5EF4-FFF2-40B4-BE49-F238E27FC236}">
                <a16:creationId xmlns:a16="http://schemas.microsoft.com/office/drawing/2014/main" id="{E5598C18-5C5E-DE7B-D710-32149ABBD909}"/>
              </a:ext>
            </a:extLst>
          </p:cNvPr>
          <p:cNvSpPr>
            <a:spLocks noGrp="1"/>
          </p:cNvSpPr>
          <p:nvPr>
            <p:ph type="body" sz="quarter" idx="32" hasCustomPrompt="1"/>
          </p:nvPr>
        </p:nvSpPr>
        <p:spPr>
          <a:xfrm>
            <a:off x="9067799" y="4213225"/>
            <a:ext cx="2514601" cy="1754326"/>
          </a:xfrm>
        </p:spPr>
        <p:txBody>
          <a:bodyPr/>
          <a:lstStyle>
            <a:lvl1pPr marL="0" indent="0" algn="ctr">
              <a:lnSpc>
                <a:spcPct val="100000"/>
              </a:lnSpc>
              <a:buNone/>
              <a:defRPr sz="2000"/>
            </a:lvl1pPr>
          </a:lstStyle>
          <a:p>
            <a:pPr lvl="0"/>
            <a:r>
              <a:rPr lang="en-US"/>
              <a:t>Supporting text goes here.</a:t>
            </a:r>
          </a:p>
        </p:txBody>
      </p:sp>
    </p:spTree>
    <p:custDataLst>
      <p:tags r:id="rId1"/>
    </p:custDataLst>
    <p:extLst>
      <p:ext uri="{BB962C8B-B14F-4D97-AF65-F5344CB8AC3E}">
        <p14:creationId xmlns:p14="http://schemas.microsoft.com/office/powerpoint/2010/main" val="29747381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 Value Points (Text)">
    <p:spTree>
      <p:nvGrpSpPr>
        <p:cNvPr id="1" name=""/>
        <p:cNvGrpSpPr/>
        <p:nvPr/>
      </p:nvGrpSpPr>
      <p:grpSpPr>
        <a:xfrm>
          <a:off x="0" y="0"/>
          <a:ext cx="0" cy="0"/>
          <a:chOff x="0" y="0"/>
          <a:chExt cx="0" cy="0"/>
        </a:xfrm>
      </p:grpSpPr>
      <p:sp>
        <p:nvSpPr>
          <p:cNvPr id="16" name="Text Placeholder 96">
            <a:extLst>
              <a:ext uri="{FF2B5EF4-FFF2-40B4-BE49-F238E27FC236}">
                <a16:creationId xmlns:a16="http://schemas.microsoft.com/office/drawing/2014/main" id="{99D084DC-173B-8CA7-4822-4F3ED5EDE368}"/>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2" name="Title 1">
            <a:extLst>
              <a:ext uri="{FF2B5EF4-FFF2-40B4-BE49-F238E27FC236}">
                <a16:creationId xmlns:a16="http://schemas.microsoft.com/office/drawing/2014/main" id="{6E7B56D2-BB81-4064-3AA3-DF4C64B706F1}"/>
              </a:ext>
            </a:extLst>
          </p:cNvPr>
          <p:cNvSpPr>
            <a:spLocks noGrp="1"/>
          </p:cNvSpPr>
          <p:nvPr>
            <p:ph type="title" hasCustomPrompt="1"/>
          </p:nvPr>
        </p:nvSpPr>
        <p:spPr>
          <a:xfrm>
            <a:off x="609600" y="401638"/>
            <a:ext cx="10972800" cy="914400"/>
          </a:xfrm>
        </p:spPr>
        <p:txBody>
          <a:bodyPr/>
          <a:lstStyle/>
          <a:p>
            <a:r>
              <a:rPr lang="en-US"/>
              <a:t>Click to enter title here</a:t>
            </a:r>
          </a:p>
        </p:txBody>
      </p:sp>
      <p:sp>
        <p:nvSpPr>
          <p:cNvPr id="3" name="Date Placeholder 2">
            <a:extLst>
              <a:ext uri="{FF2B5EF4-FFF2-40B4-BE49-F238E27FC236}">
                <a16:creationId xmlns:a16="http://schemas.microsoft.com/office/drawing/2014/main" id="{D3F45F0C-B678-A03C-DBF5-2B5421CC45CB}"/>
              </a:ext>
            </a:extLst>
          </p:cNvPr>
          <p:cNvSpPr>
            <a:spLocks noGrp="1"/>
          </p:cNvSpPr>
          <p:nvPr>
            <p:ph type="dt" sz="half" idx="10"/>
          </p:nvPr>
        </p:nvSpPr>
        <p:spPr/>
        <p:txBody>
          <a:bodyPr/>
          <a:lstStyle/>
          <a:p>
            <a:endParaRPr lang="en-GB"/>
          </a:p>
        </p:txBody>
      </p:sp>
      <p:sp>
        <p:nvSpPr>
          <p:cNvPr id="4" name="Slide Number Placeholder 3">
            <a:extLst>
              <a:ext uri="{FF2B5EF4-FFF2-40B4-BE49-F238E27FC236}">
                <a16:creationId xmlns:a16="http://schemas.microsoft.com/office/drawing/2014/main" id="{2C0C001A-1DB0-4A27-A984-FA113B36506B}"/>
              </a:ext>
            </a:extLst>
          </p:cNvPr>
          <p:cNvSpPr>
            <a:spLocks noGrp="1"/>
          </p:cNvSpPr>
          <p:nvPr>
            <p:ph type="sldNum" sz="quarter" idx="11"/>
          </p:nvPr>
        </p:nvSpPr>
        <p:spPr/>
        <p:txBody>
          <a:bodyPr/>
          <a:lstStyle/>
          <a:p>
            <a:fld id="{F8E47D07-9D1E-4FE9-B31A-2F5863681021}" type="slidenum">
              <a:rPr lang="en-GB" smtClean="0"/>
              <a:pPr/>
              <a:t>‹#›</a:t>
            </a:fld>
            <a:endParaRPr lang="en-GB"/>
          </a:p>
        </p:txBody>
      </p:sp>
      <p:sp>
        <p:nvSpPr>
          <p:cNvPr id="5" name="Text Placeholder 18">
            <a:extLst>
              <a:ext uri="{FF2B5EF4-FFF2-40B4-BE49-F238E27FC236}">
                <a16:creationId xmlns:a16="http://schemas.microsoft.com/office/drawing/2014/main" id="{1C5AB9A7-0AB6-019D-19CC-C54FD35E5CBD}"/>
              </a:ext>
            </a:extLst>
          </p:cNvPr>
          <p:cNvSpPr>
            <a:spLocks noGrp="1"/>
          </p:cNvSpPr>
          <p:nvPr>
            <p:ph type="body" sz="quarter" idx="112" hasCustomPrompt="1"/>
          </p:nvPr>
        </p:nvSpPr>
        <p:spPr>
          <a:xfrm>
            <a:off x="67763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a:t>Click to add callout or key figure</a:t>
            </a:r>
          </a:p>
        </p:txBody>
      </p:sp>
      <p:sp>
        <p:nvSpPr>
          <p:cNvPr id="6" name="Text Placeholder 9">
            <a:extLst>
              <a:ext uri="{FF2B5EF4-FFF2-40B4-BE49-F238E27FC236}">
                <a16:creationId xmlns:a16="http://schemas.microsoft.com/office/drawing/2014/main" id="{BD153482-DCD4-673A-D89C-9105394DDF6A}"/>
              </a:ext>
            </a:extLst>
          </p:cNvPr>
          <p:cNvSpPr>
            <a:spLocks noGrp="1"/>
          </p:cNvSpPr>
          <p:nvPr>
            <p:ph type="body" sz="quarter" idx="18" hasCustomPrompt="1"/>
          </p:nvPr>
        </p:nvSpPr>
        <p:spPr>
          <a:xfrm>
            <a:off x="609599" y="3927674"/>
            <a:ext cx="1950721" cy="2088000"/>
          </a:xfrm>
        </p:spPr>
        <p:txBody>
          <a:bodyPr/>
          <a:lstStyle>
            <a:lvl1pPr marL="0" indent="0" algn="ctr">
              <a:lnSpc>
                <a:spcPct val="100000"/>
              </a:lnSpc>
              <a:buNone/>
              <a:defRPr sz="2000"/>
            </a:lvl1pPr>
          </a:lstStyle>
          <a:p>
            <a:pPr lvl="0"/>
            <a:r>
              <a:rPr lang="en-US"/>
              <a:t>Supporting text goes here.</a:t>
            </a:r>
          </a:p>
        </p:txBody>
      </p:sp>
      <p:sp>
        <p:nvSpPr>
          <p:cNvPr id="7" name="Text Placeholder 18">
            <a:extLst>
              <a:ext uri="{FF2B5EF4-FFF2-40B4-BE49-F238E27FC236}">
                <a16:creationId xmlns:a16="http://schemas.microsoft.com/office/drawing/2014/main" id="{B39C6A77-85AA-5059-537D-1987035D71DF}"/>
              </a:ext>
            </a:extLst>
          </p:cNvPr>
          <p:cNvSpPr>
            <a:spLocks noGrp="1"/>
          </p:cNvSpPr>
          <p:nvPr>
            <p:ph type="body" sz="quarter" idx="113" hasCustomPrompt="1"/>
          </p:nvPr>
        </p:nvSpPr>
        <p:spPr>
          <a:xfrm>
            <a:off x="293315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a:t>Click to add callout or key figure</a:t>
            </a:r>
          </a:p>
        </p:txBody>
      </p:sp>
      <p:sp>
        <p:nvSpPr>
          <p:cNvPr id="8" name="Text Placeholder 9">
            <a:extLst>
              <a:ext uri="{FF2B5EF4-FFF2-40B4-BE49-F238E27FC236}">
                <a16:creationId xmlns:a16="http://schemas.microsoft.com/office/drawing/2014/main" id="{03B69E7A-FF69-2061-9D63-887CE347C0BE}"/>
              </a:ext>
            </a:extLst>
          </p:cNvPr>
          <p:cNvSpPr>
            <a:spLocks noGrp="1"/>
          </p:cNvSpPr>
          <p:nvPr>
            <p:ph type="body" sz="quarter" idx="32" hasCustomPrompt="1"/>
          </p:nvPr>
        </p:nvSpPr>
        <p:spPr>
          <a:xfrm>
            <a:off x="2865119" y="3927674"/>
            <a:ext cx="1950721" cy="2088000"/>
          </a:xfrm>
        </p:spPr>
        <p:txBody>
          <a:bodyPr/>
          <a:lstStyle>
            <a:lvl1pPr marL="0" indent="0" algn="ctr">
              <a:lnSpc>
                <a:spcPct val="100000"/>
              </a:lnSpc>
              <a:buNone/>
              <a:defRPr sz="2000"/>
            </a:lvl1pPr>
          </a:lstStyle>
          <a:p>
            <a:pPr lvl="0"/>
            <a:r>
              <a:rPr lang="en-US"/>
              <a:t>Supporting text goes here.</a:t>
            </a:r>
          </a:p>
        </p:txBody>
      </p:sp>
      <p:sp>
        <p:nvSpPr>
          <p:cNvPr id="9" name="Text Placeholder 18">
            <a:extLst>
              <a:ext uri="{FF2B5EF4-FFF2-40B4-BE49-F238E27FC236}">
                <a16:creationId xmlns:a16="http://schemas.microsoft.com/office/drawing/2014/main" id="{0CA85777-B227-49B0-C4BB-38A30AB92D0D}"/>
              </a:ext>
            </a:extLst>
          </p:cNvPr>
          <p:cNvSpPr>
            <a:spLocks noGrp="1"/>
          </p:cNvSpPr>
          <p:nvPr>
            <p:ph type="body" sz="quarter" idx="114" hasCustomPrompt="1"/>
          </p:nvPr>
        </p:nvSpPr>
        <p:spPr>
          <a:xfrm>
            <a:off x="518867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a:t>Click to add callout or key figure</a:t>
            </a:r>
          </a:p>
        </p:txBody>
      </p:sp>
      <p:sp>
        <p:nvSpPr>
          <p:cNvPr id="10" name="Text Placeholder 9">
            <a:extLst>
              <a:ext uri="{FF2B5EF4-FFF2-40B4-BE49-F238E27FC236}">
                <a16:creationId xmlns:a16="http://schemas.microsoft.com/office/drawing/2014/main" id="{E96E0F8A-0AFD-AF15-0C62-755FD7EE37C6}"/>
              </a:ext>
            </a:extLst>
          </p:cNvPr>
          <p:cNvSpPr>
            <a:spLocks noGrp="1"/>
          </p:cNvSpPr>
          <p:nvPr>
            <p:ph type="body" sz="quarter" idx="33" hasCustomPrompt="1"/>
          </p:nvPr>
        </p:nvSpPr>
        <p:spPr>
          <a:xfrm>
            <a:off x="5120639" y="3927674"/>
            <a:ext cx="1950721" cy="2088000"/>
          </a:xfrm>
        </p:spPr>
        <p:txBody>
          <a:bodyPr/>
          <a:lstStyle>
            <a:lvl1pPr marL="0" indent="0" algn="ctr">
              <a:lnSpc>
                <a:spcPct val="100000"/>
              </a:lnSpc>
              <a:buNone/>
              <a:defRPr sz="2000"/>
            </a:lvl1pPr>
          </a:lstStyle>
          <a:p>
            <a:pPr lvl="0"/>
            <a:r>
              <a:rPr lang="en-US"/>
              <a:t>Supporting text goes here.</a:t>
            </a:r>
          </a:p>
        </p:txBody>
      </p:sp>
      <p:sp>
        <p:nvSpPr>
          <p:cNvPr id="11" name="Text Placeholder 18">
            <a:extLst>
              <a:ext uri="{FF2B5EF4-FFF2-40B4-BE49-F238E27FC236}">
                <a16:creationId xmlns:a16="http://schemas.microsoft.com/office/drawing/2014/main" id="{3F246884-FD35-9856-0FE3-46AFF72047C9}"/>
              </a:ext>
            </a:extLst>
          </p:cNvPr>
          <p:cNvSpPr>
            <a:spLocks noGrp="1"/>
          </p:cNvSpPr>
          <p:nvPr>
            <p:ph type="body" sz="quarter" idx="116" hasCustomPrompt="1"/>
          </p:nvPr>
        </p:nvSpPr>
        <p:spPr>
          <a:xfrm>
            <a:off x="744419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1"/>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a:t>Click to add callout or key figure</a:t>
            </a:r>
          </a:p>
        </p:txBody>
      </p:sp>
      <p:sp>
        <p:nvSpPr>
          <p:cNvPr id="12" name="Text Placeholder 9">
            <a:extLst>
              <a:ext uri="{FF2B5EF4-FFF2-40B4-BE49-F238E27FC236}">
                <a16:creationId xmlns:a16="http://schemas.microsoft.com/office/drawing/2014/main" id="{ACA767B7-468F-8E4E-1C32-6CD44E3066CC}"/>
              </a:ext>
            </a:extLst>
          </p:cNvPr>
          <p:cNvSpPr>
            <a:spLocks noGrp="1"/>
          </p:cNvSpPr>
          <p:nvPr>
            <p:ph type="body" sz="quarter" idx="34" hasCustomPrompt="1"/>
          </p:nvPr>
        </p:nvSpPr>
        <p:spPr>
          <a:xfrm>
            <a:off x="7376159" y="3927674"/>
            <a:ext cx="1950721" cy="2088000"/>
          </a:xfrm>
        </p:spPr>
        <p:txBody>
          <a:bodyPr/>
          <a:lstStyle>
            <a:lvl1pPr marL="0" indent="0" algn="ctr">
              <a:lnSpc>
                <a:spcPct val="100000"/>
              </a:lnSpc>
              <a:buNone/>
              <a:defRPr sz="2000"/>
            </a:lvl1pPr>
          </a:lstStyle>
          <a:p>
            <a:pPr lvl="0"/>
            <a:r>
              <a:rPr lang="en-US"/>
              <a:t>Supporting text goes here.</a:t>
            </a:r>
          </a:p>
        </p:txBody>
      </p:sp>
      <p:sp>
        <p:nvSpPr>
          <p:cNvPr id="13" name="Text Placeholder 18">
            <a:extLst>
              <a:ext uri="{FF2B5EF4-FFF2-40B4-BE49-F238E27FC236}">
                <a16:creationId xmlns:a16="http://schemas.microsoft.com/office/drawing/2014/main" id="{F163B4D9-9C81-86CC-7D56-70C1E36C85E8}"/>
              </a:ext>
            </a:extLst>
          </p:cNvPr>
          <p:cNvSpPr>
            <a:spLocks noGrp="1"/>
          </p:cNvSpPr>
          <p:nvPr>
            <p:ph type="body" sz="quarter" idx="115" hasCustomPrompt="1"/>
          </p:nvPr>
        </p:nvSpPr>
        <p:spPr>
          <a:xfrm>
            <a:off x="969971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bg2"/>
          </a:solidFill>
        </p:spPr>
        <p:txBody>
          <a:bodyPr wrap="square" lIns="0" tIns="0" rIns="0" bIns="0" anchor="ctr" anchorCtr="0">
            <a:normAutofit/>
          </a:bodyPr>
          <a:lstStyle>
            <a:lvl1pPr marL="0" indent="0" algn="ctr">
              <a:lnSpc>
                <a:spcPct val="100000"/>
              </a:lnSpc>
              <a:buNone/>
              <a:defRPr sz="2000">
                <a:solidFill>
                  <a:schemeClr val="tx1"/>
                </a:solidFill>
                <a:latin typeface="+mj-lt"/>
              </a:defRPr>
            </a:lvl1pPr>
          </a:lstStyle>
          <a:p>
            <a:pPr lvl="0"/>
            <a:r>
              <a:rPr lang="en-US"/>
              <a:t>Click to add callout or key figure</a:t>
            </a:r>
          </a:p>
        </p:txBody>
      </p:sp>
      <p:sp>
        <p:nvSpPr>
          <p:cNvPr id="14" name="Text Placeholder 9">
            <a:extLst>
              <a:ext uri="{FF2B5EF4-FFF2-40B4-BE49-F238E27FC236}">
                <a16:creationId xmlns:a16="http://schemas.microsoft.com/office/drawing/2014/main" id="{DE7B1FAC-1A78-52E2-4332-509608AE39E9}"/>
              </a:ext>
            </a:extLst>
          </p:cNvPr>
          <p:cNvSpPr>
            <a:spLocks noGrp="1"/>
          </p:cNvSpPr>
          <p:nvPr>
            <p:ph type="body" sz="quarter" idx="35" hasCustomPrompt="1"/>
          </p:nvPr>
        </p:nvSpPr>
        <p:spPr>
          <a:xfrm>
            <a:off x="9631679" y="3927674"/>
            <a:ext cx="1950721" cy="2088000"/>
          </a:xfrm>
        </p:spPr>
        <p:txBody>
          <a:bodyPr/>
          <a:lstStyle>
            <a:lvl1pPr marL="0" indent="0" algn="ctr">
              <a:lnSpc>
                <a:spcPct val="100000"/>
              </a:lnSpc>
              <a:buNone/>
              <a:defRPr sz="2000"/>
            </a:lvl1pPr>
          </a:lstStyle>
          <a:p>
            <a:pPr lvl="0"/>
            <a:r>
              <a:rPr lang="en-US"/>
              <a:t>Supporting text goes here.</a:t>
            </a:r>
          </a:p>
        </p:txBody>
      </p:sp>
    </p:spTree>
    <p:custDataLst>
      <p:tags r:id="rId1"/>
    </p:custDataLst>
    <p:extLst>
      <p:ext uri="{BB962C8B-B14F-4D97-AF65-F5344CB8AC3E}">
        <p14:creationId xmlns:p14="http://schemas.microsoft.com/office/powerpoint/2010/main" val="1917612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4" name="DO NOT DELETE (BRANDIN)">
            <a:extLst>
              <a:ext uri="{FF2B5EF4-FFF2-40B4-BE49-F238E27FC236}">
                <a16:creationId xmlns:a16="http://schemas.microsoft.com/office/drawing/2014/main" id="{4FE5B898-DD8A-1B42-B5C8-50EEAD84123B}"/>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30359477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 Image">
    <p:spTree>
      <p:nvGrpSpPr>
        <p:cNvPr id="1" name=""/>
        <p:cNvGrpSpPr/>
        <p:nvPr/>
      </p:nvGrpSpPr>
      <p:grpSpPr>
        <a:xfrm>
          <a:off x="0" y="0"/>
          <a:ext cx="0" cy="0"/>
          <a:chOff x="0" y="0"/>
          <a:chExt cx="0" cy="0"/>
        </a:xfrm>
      </p:grpSpPr>
      <p:sp>
        <p:nvSpPr>
          <p:cNvPr id="9" name="Text Placeholder 96">
            <a:extLst>
              <a:ext uri="{FF2B5EF4-FFF2-40B4-BE49-F238E27FC236}">
                <a16:creationId xmlns:a16="http://schemas.microsoft.com/office/drawing/2014/main" id="{1DDC5128-F40F-4587-ABA6-C65DA8D4F347}"/>
              </a:ext>
            </a:extLst>
          </p:cNvPr>
          <p:cNvSpPr>
            <a:spLocks noGrp="1"/>
          </p:cNvSpPr>
          <p:nvPr>
            <p:ph type="body" sz="quarter" idx="111" hasCustomPrompt="1"/>
          </p:nvPr>
        </p:nvSpPr>
        <p:spPr>
          <a:xfrm>
            <a:off x="4876800" y="5434015"/>
            <a:ext cx="6705600" cy="765173"/>
          </a:xfrm>
        </p:spPr>
        <p:txBody>
          <a:bodyPr lIns="0" tIns="0" rIns="0" bIns="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184B23E2-5E06-49DB-8204-880C851063B7}"/>
              </a:ext>
            </a:extLst>
          </p:cNvPr>
          <p:cNvSpPr>
            <a:spLocks noGrp="1"/>
          </p:cNvSpPr>
          <p:nvPr>
            <p:ph type="dt" sz="half" idx="21"/>
          </p:nvPr>
        </p:nvSpPr>
        <p:spPr/>
        <p:txBody>
          <a:bodyPr/>
          <a:lstStyle>
            <a:lvl1pPr>
              <a:lnSpc>
                <a:spcPct val="100000"/>
              </a:lnSpc>
              <a:defRPr/>
            </a:lvl1pPr>
          </a:lstStyle>
          <a:p>
            <a:endParaRPr lang="en-GB"/>
          </a:p>
        </p:txBody>
      </p:sp>
      <p:sp>
        <p:nvSpPr>
          <p:cNvPr id="14" name="Picture Placeholder 13">
            <a:extLst>
              <a:ext uri="{FF2B5EF4-FFF2-40B4-BE49-F238E27FC236}">
                <a16:creationId xmlns:a16="http://schemas.microsoft.com/office/drawing/2014/main" id="{61878CEE-058E-4CA0-A804-58BE7BD4CE9F}"/>
              </a:ext>
            </a:extLst>
          </p:cNvPr>
          <p:cNvSpPr>
            <a:spLocks noGrp="1"/>
          </p:cNvSpPr>
          <p:nvPr>
            <p:ph type="pic" sz="quarter" idx="20" hasCustomPrompt="1"/>
          </p:nvPr>
        </p:nvSpPr>
        <p:spPr>
          <a:xfrm>
            <a:off x="1" y="0"/>
            <a:ext cx="4267199" cy="6858000"/>
          </a:xfrm>
          <a:prstGeom prst="rect">
            <a:avLst/>
          </a:prstGeom>
          <a:solidFill>
            <a:srgbClr val="D8DFDE"/>
          </a:solidFill>
        </p:spPr>
        <p:txBody>
          <a:bodyPr vert="horz" wrap="square" lIns="396000" tIns="612000" rIns="576000" bIns="1368000" rtlCol="0" anchor="ctr" anchorCtr="0">
            <a:noAutofit/>
          </a:bodyPr>
          <a:lstStyle>
            <a:lvl1pPr marL="0" indent="0" algn="ctr">
              <a:lnSpc>
                <a:spcPct val="100000"/>
              </a:lnSpc>
              <a:spcAft>
                <a:spcPts val="0"/>
              </a:spcAft>
              <a:buNone/>
              <a:defRPr lang="en-US" sz="1600" b="1" dirty="0">
                <a:solidFill>
                  <a:schemeClr val="tx1"/>
                </a:solidFill>
              </a:defRPr>
            </a:lvl1pPr>
          </a:lstStyle>
          <a:p>
            <a:r>
              <a:rPr lang="en-US"/>
              <a:t>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a:t>
            </a:r>
            <a:br>
              <a:rPr lang="en-US"/>
            </a:br>
            <a:r>
              <a:rPr lang="en-US"/>
              <a:t>within the frame by using the </a:t>
            </a:r>
            <a:br>
              <a:rPr lang="en-US"/>
            </a:br>
            <a:r>
              <a:rPr lang="en-US"/>
              <a:t>Crop feature in the Picture Format</a:t>
            </a:r>
            <a:br>
              <a:rPr lang="en-US"/>
            </a:br>
            <a:r>
              <a:rPr lang="en-US"/>
              <a:t>tab of the ribbon.</a:t>
            </a:r>
            <a:br>
              <a:rPr lang="en-US"/>
            </a:br>
            <a:r>
              <a:rPr lang="en-US"/>
              <a:t>_____________________________</a:t>
            </a:r>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4876800" y="1468438"/>
            <a:ext cx="6705600" cy="3965577"/>
          </a:xfrm>
          <a:prstGeom prst="rect">
            <a:avLst/>
          </a:prstGeom>
        </p:spPr>
        <p:txBody>
          <a:bodyPr lIns="0" r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8" name="Slide Number Placeholder 7">
            <a:extLst>
              <a:ext uri="{FF2B5EF4-FFF2-40B4-BE49-F238E27FC236}">
                <a16:creationId xmlns:a16="http://schemas.microsoft.com/office/drawing/2014/main" id="{E7097FB9-E2D3-4E4F-B628-163A151D14B3}"/>
              </a:ext>
            </a:extLst>
          </p:cNvPr>
          <p:cNvSpPr>
            <a:spLocks noGrp="1"/>
          </p:cNvSpPr>
          <p:nvPr>
            <p:ph type="sldNum" sz="quarter" idx="23"/>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0CE8D31C-DCAE-C47D-D5D2-ADBFFC545871}"/>
              </a:ext>
            </a:extLst>
          </p:cNvPr>
          <p:cNvSpPr>
            <a:spLocks noGrp="1"/>
          </p:cNvSpPr>
          <p:nvPr>
            <p:ph type="title" hasCustomPrompt="1"/>
          </p:nvPr>
        </p:nvSpPr>
        <p:spPr>
          <a:xfrm>
            <a:off x="4876800" y="401638"/>
            <a:ext cx="67056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349032154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 Image">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73C6320D-F937-4522-9E69-DB2AAD8AEA21}"/>
              </a:ext>
            </a:extLst>
          </p:cNvPr>
          <p:cNvSpPr>
            <a:spLocks noGrp="1"/>
          </p:cNvSpPr>
          <p:nvPr>
            <p:ph type="body" sz="quarter" idx="111" hasCustomPrompt="1"/>
          </p:nvPr>
        </p:nvSpPr>
        <p:spPr>
          <a:xfrm>
            <a:off x="7924800" y="5434015"/>
            <a:ext cx="3657600" cy="765173"/>
          </a:xfrm>
        </p:spPr>
        <p:txBody>
          <a:bodyPr lIns="0" tIns="0" rIns="0" bIns="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9" name="Picture Placeholder 8">
            <a:extLst>
              <a:ext uri="{FF2B5EF4-FFF2-40B4-BE49-F238E27FC236}">
                <a16:creationId xmlns:a16="http://schemas.microsoft.com/office/drawing/2014/main" id="{EAD9F5C2-E3CA-4137-B291-3F738B45F561}"/>
              </a:ext>
            </a:extLst>
          </p:cNvPr>
          <p:cNvSpPr>
            <a:spLocks noGrp="1"/>
          </p:cNvSpPr>
          <p:nvPr>
            <p:ph type="pic" sz="quarter" idx="21" hasCustomPrompt="1"/>
          </p:nvPr>
        </p:nvSpPr>
        <p:spPr>
          <a:xfrm>
            <a:off x="1" y="0"/>
            <a:ext cx="7315199" cy="6858000"/>
          </a:xfrm>
          <a:prstGeom prst="rect">
            <a:avLst/>
          </a:prstGeom>
          <a:solidFill>
            <a:srgbClr val="D8DFDE"/>
          </a:solidFill>
        </p:spPr>
        <p:txBody>
          <a:bodyPr vert="horz" wrap="square" lIns="396000" tIns="612000" rIns="576000" bIns="1584000" rtlCol="0" anchor="ctr" anchorCtr="0">
            <a:noAutofit/>
          </a:bodyPr>
          <a:lstStyle>
            <a:lvl1pPr marL="0" indent="0" algn="ctr">
              <a:lnSpc>
                <a:spcPct val="100000"/>
              </a:lnSpc>
              <a:spcAft>
                <a:spcPts val="0"/>
              </a:spcAft>
              <a:buNone/>
              <a:defRPr lang="en-US" sz="1600" b="1" dirty="0">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 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7924800" y="1468438"/>
            <a:ext cx="3657600" cy="3965577"/>
          </a:xfrm>
          <a:prstGeom prst="rect">
            <a:avLst/>
          </a:prstGeom>
        </p:spPr>
        <p:txBody>
          <a:bodyPr lIns="0" r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6" name="Title 5">
            <a:extLst>
              <a:ext uri="{FF2B5EF4-FFF2-40B4-BE49-F238E27FC236}">
                <a16:creationId xmlns:a16="http://schemas.microsoft.com/office/drawing/2014/main" id="{1F551309-C685-A1F5-C2C6-49B85FEF1E32}"/>
              </a:ext>
            </a:extLst>
          </p:cNvPr>
          <p:cNvSpPr>
            <a:spLocks noGrp="1"/>
          </p:cNvSpPr>
          <p:nvPr>
            <p:ph type="title" hasCustomPrompt="1"/>
          </p:nvPr>
        </p:nvSpPr>
        <p:spPr>
          <a:xfrm>
            <a:off x="7924800" y="401638"/>
            <a:ext cx="36576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281897226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Image in Len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4A37A4CB-10E5-A1D6-DDA9-1CB79A3D63AB}"/>
              </a:ext>
            </a:extLst>
          </p:cNvPr>
          <p:cNvSpPr>
            <a:spLocks noGrp="1"/>
          </p:cNvSpPr>
          <p:nvPr>
            <p:ph type="pic" sz="quarter" idx="20" hasCustomPrompt="1"/>
          </p:nvPr>
        </p:nvSpPr>
        <p:spPr>
          <a:xfrm>
            <a:off x="6096001" y="1"/>
            <a:ext cx="6096002" cy="6857999"/>
          </a:xfrm>
          <a:custGeom>
            <a:avLst/>
            <a:gdLst>
              <a:gd name="connsiteX0" fmla="*/ 5707734 w 6096002"/>
              <a:gd name="connsiteY0" fmla="*/ 6429739 h 6857999"/>
              <a:gd name="connsiteX1" fmla="*/ 5686402 w 6096002"/>
              <a:gd name="connsiteY1" fmla="*/ 6454897 h 6857999"/>
              <a:gd name="connsiteX2" fmla="*/ 5741033 w 6096002"/>
              <a:gd name="connsiteY2" fmla="*/ 6533484 h 6857999"/>
              <a:gd name="connsiteX3" fmla="*/ 5798266 w 6096002"/>
              <a:gd name="connsiteY3" fmla="*/ 6526481 h 6857999"/>
              <a:gd name="connsiteX4" fmla="*/ 5799046 w 6096002"/>
              <a:gd name="connsiteY4" fmla="*/ 6522332 h 6857999"/>
              <a:gd name="connsiteX5" fmla="*/ 5803209 w 6096002"/>
              <a:gd name="connsiteY5" fmla="*/ 6494320 h 6857999"/>
              <a:gd name="connsiteX6" fmla="*/ 5769389 w 6096002"/>
              <a:gd name="connsiteY6" fmla="*/ 6479796 h 6857999"/>
              <a:gd name="connsiteX7" fmla="*/ 5771731 w 6096002"/>
              <a:gd name="connsiteY7" fmla="*/ 6515848 h 6857999"/>
              <a:gd name="connsiteX8" fmla="*/ 5771731 w 6096002"/>
              <a:gd name="connsiteY8" fmla="*/ 6520257 h 6857999"/>
              <a:gd name="connsiteX9" fmla="*/ 5755081 w 6096002"/>
              <a:gd name="connsiteY9" fmla="*/ 6531409 h 6857999"/>
              <a:gd name="connsiteX10" fmla="*/ 5699149 w 6096002"/>
              <a:gd name="connsiteY10" fmla="*/ 6448413 h 6857999"/>
              <a:gd name="connsiteX11" fmla="*/ 5700450 w 6096002"/>
              <a:gd name="connsiteY11" fmla="*/ 6447117 h 6857999"/>
              <a:gd name="connsiteX12" fmla="*/ 5701230 w 6096002"/>
              <a:gd name="connsiteY12" fmla="*/ 6447635 h 6857999"/>
              <a:gd name="connsiteX13" fmla="*/ 5701491 w 6096002"/>
              <a:gd name="connsiteY13" fmla="*/ 6447635 h 6857999"/>
              <a:gd name="connsiteX14" fmla="*/ 5769129 w 6096002"/>
              <a:gd name="connsiteY14" fmla="*/ 6475128 h 6857999"/>
              <a:gd name="connsiteX15" fmla="*/ 5803469 w 6096002"/>
              <a:gd name="connsiteY15" fmla="*/ 6489911 h 6857999"/>
              <a:gd name="connsiteX16" fmla="*/ 5830524 w 6096002"/>
              <a:gd name="connsiteY16" fmla="*/ 6502879 h 6857999"/>
              <a:gd name="connsiteX17" fmla="*/ 5842751 w 6096002"/>
              <a:gd name="connsiteY17" fmla="*/ 6519738 h 6857999"/>
              <a:gd name="connsiteX18" fmla="*/ 5690824 w 6096002"/>
              <a:gd name="connsiteY18" fmla="*/ 6632820 h 6857999"/>
              <a:gd name="connsiteX19" fmla="*/ 5690304 w 6096002"/>
              <a:gd name="connsiteY19" fmla="*/ 6633339 h 6857999"/>
              <a:gd name="connsiteX20" fmla="*/ 5689264 w 6096002"/>
              <a:gd name="connsiteY20" fmla="*/ 6634895 h 6857999"/>
              <a:gd name="connsiteX21" fmla="*/ 5689003 w 6096002"/>
              <a:gd name="connsiteY21" fmla="*/ 6635414 h 6857999"/>
              <a:gd name="connsiteX22" fmla="*/ 5684321 w 6096002"/>
              <a:gd name="connsiteY22" fmla="*/ 6649678 h 6857999"/>
              <a:gd name="connsiteX23" fmla="*/ 5703312 w 6096002"/>
              <a:gd name="connsiteY23" fmla="*/ 6673540 h 6857999"/>
              <a:gd name="connsiteX24" fmla="*/ 5716059 w 6096002"/>
              <a:gd name="connsiteY24" fmla="*/ 6675874 h 6857999"/>
              <a:gd name="connsiteX25" fmla="*/ 5718660 w 6096002"/>
              <a:gd name="connsiteY25" fmla="*/ 6676133 h 6857999"/>
              <a:gd name="connsiteX26" fmla="*/ 5844833 w 6096002"/>
              <a:gd name="connsiteY26" fmla="*/ 6651235 h 6857999"/>
              <a:gd name="connsiteX27" fmla="*/ 5854458 w 6096002"/>
              <a:gd name="connsiteY27" fmla="*/ 6625039 h 6857999"/>
              <a:gd name="connsiteX28" fmla="*/ 5810493 w 6096002"/>
              <a:gd name="connsiteY28" fmla="*/ 6599362 h 6857999"/>
              <a:gd name="connsiteX29" fmla="*/ 5801128 w 6096002"/>
              <a:gd name="connsiteY29" fmla="*/ 6605587 h 6857999"/>
              <a:gd name="connsiteX30" fmla="*/ 5836248 w 6096002"/>
              <a:gd name="connsiteY30" fmla="*/ 6628929 h 6857999"/>
              <a:gd name="connsiteX31" fmla="*/ 5834427 w 6096002"/>
              <a:gd name="connsiteY31" fmla="*/ 6632561 h 6857999"/>
              <a:gd name="connsiteX32" fmla="*/ 5832085 w 6096002"/>
              <a:gd name="connsiteY32" fmla="*/ 6632561 h 6857999"/>
              <a:gd name="connsiteX33" fmla="*/ 5754561 w 6096002"/>
              <a:gd name="connsiteY33" fmla="*/ 6637748 h 6857999"/>
              <a:gd name="connsiteX34" fmla="*/ 5747277 w 6096002"/>
              <a:gd name="connsiteY34" fmla="*/ 6638007 h 6857999"/>
              <a:gd name="connsiteX35" fmla="*/ 5759244 w 6096002"/>
              <a:gd name="connsiteY35" fmla="*/ 6628411 h 6857999"/>
              <a:gd name="connsiteX36" fmla="*/ 5882294 w 6096002"/>
              <a:gd name="connsiteY36" fmla="*/ 6546193 h 6857999"/>
              <a:gd name="connsiteX37" fmla="*/ 5852117 w 6096002"/>
              <a:gd name="connsiteY37" fmla="*/ 6467865 h 6857999"/>
              <a:gd name="connsiteX38" fmla="*/ 5707734 w 6096002"/>
              <a:gd name="connsiteY38" fmla="*/ 6429739 h 6857999"/>
              <a:gd name="connsiteX39" fmla="*/ 5770169 w 6096002"/>
              <a:gd name="connsiteY39" fmla="*/ 6319844 h 6857999"/>
              <a:gd name="connsiteX40" fmla="*/ 5652460 w 6096002"/>
              <a:gd name="connsiteY40" fmla="*/ 6424685 h 6857999"/>
              <a:gd name="connsiteX41" fmla="*/ 5608450 w 6096002"/>
              <a:gd name="connsiteY41" fmla="*/ 6493454 h 6857999"/>
              <a:gd name="connsiteX42" fmla="*/ 5626939 w 6096002"/>
              <a:gd name="connsiteY42" fmla="*/ 6514214 h 6857999"/>
              <a:gd name="connsiteX43" fmla="*/ 5748034 w 6096002"/>
              <a:gd name="connsiteY43" fmla="*/ 6576755 h 6857999"/>
              <a:gd name="connsiteX44" fmla="*/ 5757669 w 6096002"/>
              <a:gd name="connsiteY44" fmla="*/ 6570787 h 6857999"/>
              <a:gd name="connsiteX45" fmla="*/ 5650377 w 6096002"/>
              <a:gd name="connsiteY45" fmla="*/ 6511619 h 6857999"/>
              <a:gd name="connsiteX46" fmla="*/ 5633710 w 6096002"/>
              <a:gd name="connsiteY46" fmla="*/ 6496049 h 6857999"/>
              <a:gd name="connsiteX47" fmla="*/ 5663398 w 6096002"/>
              <a:gd name="connsiteY47" fmla="*/ 6464908 h 6857999"/>
              <a:gd name="connsiteX48" fmla="*/ 5679804 w 6096002"/>
              <a:gd name="connsiteY48" fmla="*/ 6448559 h 6857999"/>
              <a:gd name="connsiteX49" fmla="*/ 5681888 w 6096002"/>
              <a:gd name="connsiteY49" fmla="*/ 6431691 h 6857999"/>
              <a:gd name="connsiteX50" fmla="*/ 5703242 w 6096002"/>
              <a:gd name="connsiteY50" fmla="*/ 6424944 h 6857999"/>
              <a:gd name="connsiteX51" fmla="*/ 5731367 w 6096002"/>
              <a:gd name="connsiteY51" fmla="*/ 6396658 h 6857999"/>
              <a:gd name="connsiteX52" fmla="*/ 5754284 w 6096002"/>
              <a:gd name="connsiteY52" fmla="*/ 6378752 h 6857999"/>
              <a:gd name="connsiteX53" fmla="*/ 5760794 w 6096002"/>
              <a:gd name="connsiteY53" fmla="*/ 6391208 h 6857999"/>
              <a:gd name="connsiteX54" fmla="*/ 5765742 w 6096002"/>
              <a:gd name="connsiteY54" fmla="*/ 6436622 h 6857999"/>
              <a:gd name="connsiteX55" fmla="*/ 5804805 w 6096002"/>
              <a:gd name="connsiteY55" fmla="*/ 6447521 h 6857999"/>
              <a:gd name="connsiteX56" fmla="*/ 5770169 w 6096002"/>
              <a:gd name="connsiteY56" fmla="*/ 6319844 h 6857999"/>
              <a:gd name="connsiteX57" fmla="*/ 0 w 6096002"/>
              <a:gd name="connsiteY57" fmla="*/ 0 h 6857999"/>
              <a:gd name="connsiteX58" fmla="*/ 6096002 w 6096002"/>
              <a:gd name="connsiteY58" fmla="*/ 0 h 6857999"/>
              <a:gd name="connsiteX59" fmla="*/ 6096002 w 6096002"/>
              <a:gd name="connsiteY59" fmla="*/ 6857999 h 6857999"/>
              <a:gd name="connsiteX60" fmla="*/ 0 w 6096002"/>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6002" h="6857999">
                <a:moveTo>
                  <a:pt x="5707734" y="6429739"/>
                </a:moveTo>
                <a:cubicBezTo>
                  <a:pt x="5686402" y="6426886"/>
                  <a:pt x="5677817" y="6434667"/>
                  <a:pt x="5686402" y="6454897"/>
                </a:cubicBezTo>
                <a:cubicBezTo>
                  <a:pt x="5695247" y="6474868"/>
                  <a:pt x="5717620" y="6508326"/>
                  <a:pt x="5741033" y="6533484"/>
                </a:cubicBezTo>
                <a:cubicBezTo>
                  <a:pt x="5764707" y="6558383"/>
                  <a:pt x="5790201" y="6565386"/>
                  <a:pt x="5798266" y="6526481"/>
                </a:cubicBezTo>
                <a:cubicBezTo>
                  <a:pt x="5798526" y="6525185"/>
                  <a:pt x="5798786" y="6523888"/>
                  <a:pt x="5799046" y="6522332"/>
                </a:cubicBezTo>
                <a:cubicBezTo>
                  <a:pt x="5800867" y="6512476"/>
                  <a:pt x="5802428" y="6502879"/>
                  <a:pt x="5803209" y="6494320"/>
                </a:cubicBezTo>
                <a:cubicBezTo>
                  <a:pt x="5792803" y="6489652"/>
                  <a:pt x="5781096" y="6484724"/>
                  <a:pt x="5769389" y="6479796"/>
                </a:cubicBezTo>
                <a:cubicBezTo>
                  <a:pt x="5770170" y="6488614"/>
                  <a:pt x="5771210" y="6503917"/>
                  <a:pt x="5771731" y="6515848"/>
                </a:cubicBezTo>
                <a:cubicBezTo>
                  <a:pt x="5771731" y="6517144"/>
                  <a:pt x="5771731" y="6518701"/>
                  <a:pt x="5771731" y="6520257"/>
                </a:cubicBezTo>
                <a:cubicBezTo>
                  <a:pt x="5772511" y="6539190"/>
                  <a:pt x="5766007" y="6539190"/>
                  <a:pt x="5755081" y="6531409"/>
                </a:cubicBezTo>
                <a:cubicBezTo>
                  <a:pt x="5742334" y="6522332"/>
                  <a:pt x="5703572" y="6471237"/>
                  <a:pt x="5699149" y="6448413"/>
                </a:cubicBezTo>
                <a:cubicBezTo>
                  <a:pt x="5698889" y="6447117"/>
                  <a:pt x="5699669" y="6446857"/>
                  <a:pt x="5700450" y="6447117"/>
                </a:cubicBezTo>
                <a:cubicBezTo>
                  <a:pt x="5700710" y="6447376"/>
                  <a:pt x="5700970" y="6447376"/>
                  <a:pt x="5701230" y="6447635"/>
                </a:cubicBezTo>
                <a:cubicBezTo>
                  <a:pt x="5701230" y="6447635"/>
                  <a:pt x="5701230" y="6447635"/>
                  <a:pt x="5701491" y="6447635"/>
                </a:cubicBezTo>
                <a:cubicBezTo>
                  <a:pt x="5710075" y="6451007"/>
                  <a:pt x="5739472" y="6462678"/>
                  <a:pt x="5769129" y="6475128"/>
                </a:cubicBezTo>
                <a:cubicBezTo>
                  <a:pt x="5780836" y="6480056"/>
                  <a:pt x="5792803" y="6485243"/>
                  <a:pt x="5803469" y="6489911"/>
                </a:cubicBezTo>
                <a:cubicBezTo>
                  <a:pt x="5814135" y="6494580"/>
                  <a:pt x="5823500" y="6499248"/>
                  <a:pt x="5830524" y="6502879"/>
                </a:cubicBezTo>
                <a:cubicBezTo>
                  <a:pt x="5843272" y="6509623"/>
                  <a:pt x="5848214" y="6514291"/>
                  <a:pt x="5842751" y="6519738"/>
                </a:cubicBezTo>
                <a:cubicBezTo>
                  <a:pt x="5816216" y="6546971"/>
                  <a:pt x="5722823" y="6585357"/>
                  <a:pt x="5690824" y="6632820"/>
                </a:cubicBezTo>
                <a:cubicBezTo>
                  <a:pt x="5690824" y="6632820"/>
                  <a:pt x="5690564" y="6633079"/>
                  <a:pt x="5690304" y="6633339"/>
                </a:cubicBezTo>
                <a:cubicBezTo>
                  <a:pt x="5690044" y="6633857"/>
                  <a:pt x="5689524" y="6634376"/>
                  <a:pt x="5689264" y="6634895"/>
                </a:cubicBezTo>
                <a:cubicBezTo>
                  <a:pt x="5689264" y="6635154"/>
                  <a:pt x="5689264" y="6635414"/>
                  <a:pt x="5689003" y="6635414"/>
                </a:cubicBezTo>
                <a:cubicBezTo>
                  <a:pt x="5687443" y="6638526"/>
                  <a:pt x="5685101" y="6643454"/>
                  <a:pt x="5684321" y="6649678"/>
                </a:cubicBezTo>
                <a:cubicBezTo>
                  <a:pt x="5683020" y="6660053"/>
                  <a:pt x="5688483" y="6669649"/>
                  <a:pt x="5703312" y="6673540"/>
                </a:cubicBezTo>
                <a:cubicBezTo>
                  <a:pt x="5707214" y="6674577"/>
                  <a:pt x="5711376" y="6675355"/>
                  <a:pt x="5716059" y="6675874"/>
                </a:cubicBezTo>
                <a:cubicBezTo>
                  <a:pt x="5716839" y="6676133"/>
                  <a:pt x="5717880" y="6676133"/>
                  <a:pt x="5718660" y="6676133"/>
                </a:cubicBezTo>
                <a:cubicBezTo>
                  <a:pt x="5747537" y="6677430"/>
                  <a:pt x="5822200" y="6661090"/>
                  <a:pt x="5844833" y="6651235"/>
                </a:cubicBezTo>
                <a:cubicBezTo>
                  <a:pt x="5868246" y="6640860"/>
                  <a:pt x="5861222" y="6630486"/>
                  <a:pt x="5854458" y="6625039"/>
                </a:cubicBezTo>
                <a:cubicBezTo>
                  <a:pt x="5849255" y="6620889"/>
                  <a:pt x="5823240" y="6606365"/>
                  <a:pt x="5810493" y="6599362"/>
                </a:cubicBezTo>
                <a:cubicBezTo>
                  <a:pt x="5807111" y="6601696"/>
                  <a:pt x="5804509" y="6603253"/>
                  <a:pt x="5801128" y="6605587"/>
                </a:cubicBezTo>
                <a:cubicBezTo>
                  <a:pt x="5822720" y="6618555"/>
                  <a:pt x="5831305" y="6625039"/>
                  <a:pt x="5836248" y="6628929"/>
                </a:cubicBezTo>
                <a:cubicBezTo>
                  <a:pt x="5838329" y="6630486"/>
                  <a:pt x="5837288" y="6632301"/>
                  <a:pt x="5834427" y="6632561"/>
                </a:cubicBezTo>
                <a:cubicBezTo>
                  <a:pt x="5833646" y="6632561"/>
                  <a:pt x="5832866" y="6632561"/>
                  <a:pt x="5832085" y="6632561"/>
                </a:cubicBezTo>
                <a:cubicBezTo>
                  <a:pt x="5811533" y="6634117"/>
                  <a:pt x="5772771" y="6636710"/>
                  <a:pt x="5754561" y="6637748"/>
                </a:cubicBezTo>
                <a:cubicBezTo>
                  <a:pt x="5751959" y="6638007"/>
                  <a:pt x="5748838" y="6638007"/>
                  <a:pt x="5747277" y="6638007"/>
                </a:cubicBezTo>
                <a:cubicBezTo>
                  <a:pt x="5751699" y="6633857"/>
                  <a:pt x="5756642" y="6630226"/>
                  <a:pt x="5759244" y="6628411"/>
                </a:cubicBezTo>
                <a:cubicBezTo>
                  <a:pt x="5798266" y="6600918"/>
                  <a:pt x="5863043" y="6562533"/>
                  <a:pt x="5882294" y="6546193"/>
                </a:cubicBezTo>
                <a:cubicBezTo>
                  <a:pt x="5896342" y="6534003"/>
                  <a:pt x="5934844" y="6496914"/>
                  <a:pt x="5852117" y="6467865"/>
                </a:cubicBezTo>
                <a:cubicBezTo>
                  <a:pt x="5828443" y="6459825"/>
                  <a:pt x="5769650" y="6438039"/>
                  <a:pt x="5707734" y="6429739"/>
                </a:cubicBezTo>
                <a:close/>
                <a:moveTo>
                  <a:pt x="5770169" y="6319844"/>
                </a:moveTo>
                <a:cubicBezTo>
                  <a:pt x="5750117" y="6317249"/>
                  <a:pt x="5719909" y="6342421"/>
                  <a:pt x="5652460" y="6424685"/>
                </a:cubicBezTo>
                <a:cubicBezTo>
                  <a:pt x="5639960" y="6439736"/>
                  <a:pt x="5610793" y="6476586"/>
                  <a:pt x="5608450" y="6493454"/>
                </a:cubicBezTo>
                <a:cubicBezTo>
                  <a:pt x="5606887" y="6505391"/>
                  <a:pt x="5619648" y="6510581"/>
                  <a:pt x="5626939" y="6514214"/>
                </a:cubicBezTo>
                <a:cubicBezTo>
                  <a:pt x="5633710" y="6517847"/>
                  <a:pt x="5711836" y="6556514"/>
                  <a:pt x="5748034" y="6576755"/>
                </a:cubicBezTo>
                <a:cubicBezTo>
                  <a:pt x="5751159" y="6574679"/>
                  <a:pt x="5754284" y="6572603"/>
                  <a:pt x="5757669" y="6570787"/>
                </a:cubicBezTo>
                <a:cubicBezTo>
                  <a:pt x="5736055" y="6559109"/>
                  <a:pt x="5675117" y="6526411"/>
                  <a:pt x="5650377" y="6511619"/>
                </a:cubicBezTo>
                <a:cubicBezTo>
                  <a:pt x="5640221" y="6505651"/>
                  <a:pt x="5633189" y="6500720"/>
                  <a:pt x="5633710" y="6496049"/>
                </a:cubicBezTo>
                <a:cubicBezTo>
                  <a:pt x="5634491" y="6490340"/>
                  <a:pt x="5649335" y="6478921"/>
                  <a:pt x="5663398" y="6464908"/>
                </a:cubicBezTo>
                <a:cubicBezTo>
                  <a:pt x="5667044" y="6461275"/>
                  <a:pt x="5673033" y="6455306"/>
                  <a:pt x="5679804" y="6448559"/>
                </a:cubicBezTo>
                <a:cubicBezTo>
                  <a:pt x="5677981" y="6441553"/>
                  <a:pt x="5678762" y="6435843"/>
                  <a:pt x="5681888" y="6431691"/>
                </a:cubicBezTo>
                <a:cubicBezTo>
                  <a:pt x="5685794" y="6426501"/>
                  <a:pt x="5692825" y="6424425"/>
                  <a:pt x="5703242" y="6424944"/>
                </a:cubicBezTo>
                <a:cubicBezTo>
                  <a:pt x="5716002" y="6412228"/>
                  <a:pt x="5727461" y="6400810"/>
                  <a:pt x="5731367" y="6396658"/>
                </a:cubicBezTo>
                <a:cubicBezTo>
                  <a:pt x="5740482" y="6387575"/>
                  <a:pt x="5750117" y="6378233"/>
                  <a:pt x="5754284" y="6378752"/>
                </a:cubicBezTo>
                <a:cubicBezTo>
                  <a:pt x="5757669" y="6379271"/>
                  <a:pt x="5759492" y="6382385"/>
                  <a:pt x="5760794" y="6391208"/>
                </a:cubicBezTo>
                <a:cubicBezTo>
                  <a:pt x="5761836" y="6398994"/>
                  <a:pt x="5764440" y="6421571"/>
                  <a:pt x="5765742" y="6436622"/>
                </a:cubicBezTo>
                <a:cubicBezTo>
                  <a:pt x="5779805" y="6439996"/>
                  <a:pt x="5792826" y="6443888"/>
                  <a:pt x="5804805" y="6447521"/>
                </a:cubicBezTo>
                <a:cubicBezTo>
                  <a:pt x="5803242" y="6344497"/>
                  <a:pt x="5791524" y="6322699"/>
                  <a:pt x="5770169" y="6319844"/>
                </a:cubicBezTo>
                <a:close/>
                <a:moveTo>
                  <a:pt x="0" y="0"/>
                </a:moveTo>
                <a:lnTo>
                  <a:pt x="6096002" y="0"/>
                </a:lnTo>
                <a:lnTo>
                  <a:pt x="6096002" y="6857999"/>
                </a:lnTo>
                <a:lnTo>
                  <a:pt x="0" y="6857999"/>
                </a:lnTo>
                <a:close/>
              </a:path>
            </a:pathLst>
          </a:custGeom>
          <a:solidFill>
            <a:srgbClr val="D8DFDE"/>
          </a:solidFill>
        </p:spPr>
        <p:txBody>
          <a:bodyPr wrap="square" lIns="396000" tIns="432000" rIns="252000" bIns="1440000" anchor="ctr" anchorCtr="0">
            <a:noAutofit/>
          </a:bodyPr>
          <a:lstStyle>
            <a:lvl1pPr marL="0" indent="0" algn="ctr">
              <a:lnSpc>
                <a:spcPct val="100000"/>
              </a:lnSpc>
              <a:spcAft>
                <a:spcPts val="0"/>
              </a:spcAft>
              <a:buNone/>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9" name="Text Placeholder 96">
            <a:extLst>
              <a:ext uri="{FF2B5EF4-FFF2-40B4-BE49-F238E27FC236}">
                <a16:creationId xmlns:a16="http://schemas.microsoft.com/office/drawing/2014/main" id="{416731F4-F189-4DCC-AB0D-BFCE5BE61915}"/>
              </a:ext>
            </a:extLst>
          </p:cNvPr>
          <p:cNvSpPr>
            <a:spLocks noGrp="1"/>
          </p:cNvSpPr>
          <p:nvPr>
            <p:ph type="body" sz="quarter" idx="111" hasCustomPrompt="1"/>
          </p:nvPr>
        </p:nvSpPr>
        <p:spPr>
          <a:xfrm>
            <a:off x="1219200" y="6200775"/>
            <a:ext cx="4267200"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 name="Rectangle 4">
            <a:extLst>
              <a:ext uri="{FF2B5EF4-FFF2-40B4-BE49-F238E27FC236}">
                <a16:creationId xmlns:a16="http://schemas.microsoft.com/office/drawing/2014/main" id="{6B7F76E4-7FCD-B4FC-22CE-0FF27714AF3A}"/>
              </a:ext>
            </a:extLst>
          </p:cNvPr>
          <p:cNvSpPr/>
          <p:nvPr userDrawn="1"/>
        </p:nvSpPr>
        <p:spPr>
          <a:xfrm>
            <a:off x="0" y="0"/>
            <a:ext cx="609602"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1219200" y="1468438"/>
            <a:ext cx="4267200" cy="765175"/>
          </a:xfrm>
          <a:prstGeom prst="rect">
            <a:avLst/>
          </a:prstGeom>
        </p:spPr>
        <p:txBody>
          <a:bodyPr lIns="0" anchor="b" anchorCtr="0">
            <a:no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4" name="Content Placeholder 3">
            <a:extLst>
              <a:ext uri="{FF2B5EF4-FFF2-40B4-BE49-F238E27FC236}">
                <a16:creationId xmlns:a16="http://schemas.microsoft.com/office/drawing/2014/main" id="{48A40151-B82D-47EF-9056-B4BE571D3090}"/>
              </a:ext>
            </a:extLst>
          </p:cNvPr>
          <p:cNvSpPr>
            <a:spLocks noGrp="1"/>
          </p:cNvSpPr>
          <p:nvPr>
            <p:ph sz="quarter" idx="19" hasCustomPrompt="1"/>
          </p:nvPr>
        </p:nvSpPr>
        <p:spPr>
          <a:xfrm>
            <a:off x="1219200" y="2386012"/>
            <a:ext cx="4267200" cy="3660763"/>
          </a:xfrm>
          <a:prstGeom prst="rect">
            <a:avLst/>
          </a:prstGeom>
        </p:spPr>
        <p:txBody>
          <a:bodyPr l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3" name="Title 2">
            <a:extLst>
              <a:ext uri="{FF2B5EF4-FFF2-40B4-BE49-F238E27FC236}">
                <a16:creationId xmlns:a16="http://schemas.microsoft.com/office/drawing/2014/main" id="{A7C4ACB4-2CDA-3712-52B3-809DC1E3B05D}"/>
              </a:ext>
            </a:extLst>
          </p:cNvPr>
          <p:cNvSpPr>
            <a:spLocks noGrp="1"/>
          </p:cNvSpPr>
          <p:nvPr>
            <p:ph type="title" hasCustomPrompt="1"/>
          </p:nvPr>
        </p:nvSpPr>
        <p:spPr>
          <a:xfrm>
            <a:off x="1219200" y="401638"/>
            <a:ext cx="4267200" cy="914400"/>
          </a:xfrm>
        </p:spPr>
        <p:txBody>
          <a:bodyPr/>
          <a:lstStyle/>
          <a:p>
            <a:r>
              <a:rPr lang="en-US"/>
              <a:t>Click to enter title here</a:t>
            </a:r>
          </a:p>
        </p:txBody>
      </p:sp>
      <p:sp>
        <p:nvSpPr>
          <p:cNvPr id="7" name="Text Placeholder 30">
            <a:extLst>
              <a:ext uri="{FF2B5EF4-FFF2-40B4-BE49-F238E27FC236}">
                <a16:creationId xmlns:a16="http://schemas.microsoft.com/office/drawing/2014/main" id="{9FF25D0A-3CFC-95B8-4E49-2FCEBF87C325}"/>
              </a:ext>
            </a:extLst>
          </p:cNvPr>
          <p:cNvSpPr txBox="1">
            <a:spLocks/>
          </p:cNvSpPr>
          <p:nvPr userDrawn="1"/>
        </p:nvSpPr>
        <p:spPr>
          <a:xfrm>
            <a:off x="11704319" y="6321108"/>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1"/>
    </p:custDataLst>
    <p:extLst>
      <p:ext uri="{BB962C8B-B14F-4D97-AF65-F5344CB8AC3E}">
        <p14:creationId xmlns:p14="http://schemas.microsoft.com/office/powerpoint/2010/main" val="127039843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and Image in Len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9EC0709-DFCA-4192-F0C0-BDE674A8FBEB}"/>
              </a:ext>
            </a:extLst>
          </p:cNvPr>
          <p:cNvSpPr>
            <a:spLocks noGrp="1"/>
          </p:cNvSpPr>
          <p:nvPr>
            <p:ph type="pic" sz="quarter" idx="20" hasCustomPrompt="1"/>
          </p:nvPr>
        </p:nvSpPr>
        <p:spPr>
          <a:xfrm>
            <a:off x="9144000" y="1"/>
            <a:ext cx="3048000" cy="6857999"/>
          </a:xfrm>
          <a:custGeom>
            <a:avLst/>
            <a:gdLst>
              <a:gd name="connsiteX0" fmla="*/ 2659735 w 3048000"/>
              <a:gd name="connsiteY0" fmla="*/ 6429739 h 6857999"/>
              <a:gd name="connsiteX1" fmla="*/ 2638403 w 3048000"/>
              <a:gd name="connsiteY1" fmla="*/ 6454897 h 6857999"/>
              <a:gd name="connsiteX2" fmla="*/ 2693034 w 3048000"/>
              <a:gd name="connsiteY2" fmla="*/ 6533484 h 6857999"/>
              <a:gd name="connsiteX3" fmla="*/ 2750267 w 3048000"/>
              <a:gd name="connsiteY3" fmla="*/ 6526481 h 6857999"/>
              <a:gd name="connsiteX4" fmla="*/ 2751047 w 3048000"/>
              <a:gd name="connsiteY4" fmla="*/ 6522332 h 6857999"/>
              <a:gd name="connsiteX5" fmla="*/ 2755210 w 3048000"/>
              <a:gd name="connsiteY5" fmla="*/ 6494320 h 6857999"/>
              <a:gd name="connsiteX6" fmla="*/ 2721390 w 3048000"/>
              <a:gd name="connsiteY6" fmla="*/ 6479796 h 6857999"/>
              <a:gd name="connsiteX7" fmla="*/ 2723732 w 3048000"/>
              <a:gd name="connsiteY7" fmla="*/ 6515848 h 6857999"/>
              <a:gd name="connsiteX8" fmla="*/ 2723732 w 3048000"/>
              <a:gd name="connsiteY8" fmla="*/ 6520257 h 6857999"/>
              <a:gd name="connsiteX9" fmla="*/ 2707082 w 3048000"/>
              <a:gd name="connsiteY9" fmla="*/ 6531409 h 6857999"/>
              <a:gd name="connsiteX10" fmla="*/ 2651150 w 3048000"/>
              <a:gd name="connsiteY10" fmla="*/ 6448413 h 6857999"/>
              <a:gd name="connsiteX11" fmla="*/ 2652451 w 3048000"/>
              <a:gd name="connsiteY11" fmla="*/ 6447117 h 6857999"/>
              <a:gd name="connsiteX12" fmla="*/ 2653231 w 3048000"/>
              <a:gd name="connsiteY12" fmla="*/ 6447635 h 6857999"/>
              <a:gd name="connsiteX13" fmla="*/ 2653492 w 3048000"/>
              <a:gd name="connsiteY13" fmla="*/ 6447635 h 6857999"/>
              <a:gd name="connsiteX14" fmla="*/ 2721130 w 3048000"/>
              <a:gd name="connsiteY14" fmla="*/ 6475128 h 6857999"/>
              <a:gd name="connsiteX15" fmla="*/ 2755470 w 3048000"/>
              <a:gd name="connsiteY15" fmla="*/ 6489911 h 6857999"/>
              <a:gd name="connsiteX16" fmla="*/ 2782525 w 3048000"/>
              <a:gd name="connsiteY16" fmla="*/ 6502879 h 6857999"/>
              <a:gd name="connsiteX17" fmla="*/ 2794752 w 3048000"/>
              <a:gd name="connsiteY17" fmla="*/ 6519738 h 6857999"/>
              <a:gd name="connsiteX18" fmla="*/ 2642825 w 3048000"/>
              <a:gd name="connsiteY18" fmla="*/ 6632820 h 6857999"/>
              <a:gd name="connsiteX19" fmla="*/ 2642305 w 3048000"/>
              <a:gd name="connsiteY19" fmla="*/ 6633339 h 6857999"/>
              <a:gd name="connsiteX20" fmla="*/ 2641265 w 3048000"/>
              <a:gd name="connsiteY20" fmla="*/ 6634895 h 6857999"/>
              <a:gd name="connsiteX21" fmla="*/ 2641004 w 3048000"/>
              <a:gd name="connsiteY21" fmla="*/ 6635414 h 6857999"/>
              <a:gd name="connsiteX22" fmla="*/ 2636322 w 3048000"/>
              <a:gd name="connsiteY22" fmla="*/ 6649678 h 6857999"/>
              <a:gd name="connsiteX23" fmla="*/ 2655313 w 3048000"/>
              <a:gd name="connsiteY23" fmla="*/ 6673540 h 6857999"/>
              <a:gd name="connsiteX24" fmla="*/ 2668060 w 3048000"/>
              <a:gd name="connsiteY24" fmla="*/ 6675874 h 6857999"/>
              <a:gd name="connsiteX25" fmla="*/ 2670661 w 3048000"/>
              <a:gd name="connsiteY25" fmla="*/ 6676133 h 6857999"/>
              <a:gd name="connsiteX26" fmla="*/ 2796834 w 3048000"/>
              <a:gd name="connsiteY26" fmla="*/ 6651235 h 6857999"/>
              <a:gd name="connsiteX27" fmla="*/ 2806459 w 3048000"/>
              <a:gd name="connsiteY27" fmla="*/ 6625039 h 6857999"/>
              <a:gd name="connsiteX28" fmla="*/ 2762494 w 3048000"/>
              <a:gd name="connsiteY28" fmla="*/ 6599362 h 6857999"/>
              <a:gd name="connsiteX29" fmla="*/ 2753129 w 3048000"/>
              <a:gd name="connsiteY29" fmla="*/ 6605587 h 6857999"/>
              <a:gd name="connsiteX30" fmla="*/ 2788249 w 3048000"/>
              <a:gd name="connsiteY30" fmla="*/ 6628929 h 6857999"/>
              <a:gd name="connsiteX31" fmla="*/ 2786428 w 3048000"/>
              <a:gd name="connsiteY31" fmla="*/ 6632561 h 6857999"/>
              <a:gd name="connsiteX32" fmla="*/ 2784086 w 3048000"/>
              <a:gd name="connsiteY32" fmla="*/ 6632561 h 6857999"/>
              <a:gd name="connsiteX33" fmla="*/ 2706562 w 3048000"/>
              <a:gd name="connsiteY33" fmla="*/ 6637748 h 6857999"/>
              <a:gd name="connsiteX34" fmla="*/ 2699278 w 3048000"/>
              <a:gd name="connsiteY34" fmla="*/ 6638007 h 6857999"/>
              <a:gd name="connsiteX35" fmla="*/ 2711245 w 3048000"/>
              <a:gd name="connsiteY35" fmla="*/ 6628411 h 6857999"/>
              <a:gd name="connsiteX36" fmla="*/ 2834295 w 3048000"/>
              <a:gd name="connsiteY36" fmla="*/ 6546193 h 6857999"/>
              <a:gd name="connsiteX37" fmla="*/ 2804118 w 3048000"/>
              <a:gd name="connsiteY37" fmla="*/ 6467865 h 6857999"/>
              <a:gd name="connsiteX38" fmla="*/ 2659735 w 3048000"/>
              <a:gd name="connsiteY38" fmla="*/ 6429739 h 6857999"/>
              <a:gd name="connsiteX39" fmla="*/ 2722170 w 3048000"/>
              <a:gd name="connsiteY39" fmla="*/ 6319844 h 6857999"/>
              <a:gd name="connsiteX40" fmla="*/ 2604461 w 3048000"/>
              <a:gd name="connsiteY40" fmla="*/ 6424685 h 6857999"/>
              <a:gd name="connsiteX41" fmla="*/ 2560451 w 3048000"/>
              <a:gd name="connsiteY41" fmla="*/ 6493454 h 6857999"/>
              <a:gd name="connsiteX42" fmla="*/ 2578940 w 3048000"/>
              <a:gd name="connsiteY42" fmla="*/ 6514214 h 6857999"/>
              <a:gd name="connsiteX43" fmla="*/ 2700035 w 3048000"/>
              <a:gd name="connsiteY43" fmla="*/ 6576755 h 6857999"/>
              <a:gd name="connsiteX44" fmla="*/ 2709670 w 3048000"/>
              <a:gd name="connsiteY44" fmla="*/ 6570787 h 6857999"/>
              <a:gd name="connsiteX45" fmla="*/ 2602378 w 3048000"/>
              <a:gd name="connsiteY45" fmla="*/ 6511619 h 6857999"/>
              <a:gd name="connsiteX46" fmla="*/ 2585711 w 3048000"/>
              <a:gd name="connsiteY46" fmla="*/ 6496049 h 6857999"/>
              <a:gd name="connsiteX47" fmla="*/ 2615399 w 3048000"/>
              <a:gd name="connsiteY47" fmla="*/ 6464908 h 6857999"/>
              <a:gd name="connsiteX48" fmla="*/ 2631805 w 3048000"/>
              <a:gd name="connsiteY48" fmla="*/ 6448559 h 6857999"/>
              <a:gd name="connsiteX49" fmla="*/ 2633889 w 3048000"/>
              <a:gd name="connsiteY49" fmla="*/ 6431691 h 6857999"/>
              <a:gd name="connsiteX50" fmla="*/ 2655243 w 3048000"/>
              <a:gd name="connsiteY50" fmla="*/ 6424944 h 6857999"/>
              <a:gd name="connsiteX51" fmla="*/ 2683368 w 3048000"/>
              <a:gd name="connsiteY51" fmla="*/ 6396658 h 6857999"/>
              <a:gd name="connsiteX52" fmla="*/ 2706285 w 3048000"/>
              <a:gd name="connsiteY52" fmla="*/ 6378752 h 6857999"/>
              <a:gd name="connsiteX53" fmla="*/ 2712795 w 3048000"/>
              <a:gd name="connsiteY53" fmla="*/ 6391208 h 6857999"/>
              <a:gd name="connsiteX54" fmla="*/ 2717743 w 3048000"/>
              <a:gd name="connsiteY54" fmla="*/ 6436622 h 6857999"/>
              <a:gd name="connsiteX55" fmla="*/ 2756806 w 3048000"/>
              <a:gd name="connsiteY55" fmla="*/ 6447521 h 6857999"/>
              <a:gd name="connsiteX56" fmla="*/ 2722170 w 3048000"/>
              <a:gd name="connsiteY56" fmla="*/ 6319844 h 6857999"/>
              <a:gd name="connsiteX57" fmla="*/ 0 w 3048000"/>
              <a:gd name="connsiteY57" fmla="*/ 0 h 6857999"/>
              <a:gd name="connsiteX58" fmla="*/ 3048000 w 3048000"/>
              <a:gd name="connsiteY58" fmla="*/ 0 h 6857999"/>
              <a:gd name="connsiteX59" fmla="*/ 3048000 w 3048000"/>
              <a:gd name="connsiteY59" fmla="*/ 6857999 h 6857999"/>
              <a:gd name="connsiteX60" fmla="*/ 0 w 3048000"/>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48000" h="6857999">
                <a:moveTo>
                  <a:pt x="2659735" y="6429739"/>
                </a:moveTo>
                <a:cubicBezTo>
                  <a:pt x="2638403" y="6426886"/>
                  <a:pt x="2629818" y="6434667"/>
                  <a:pt x="2638403" y="6454897"/>
                </a:cubicBezTo>
                <a:cubicBezTo>
                  <a:pt x="2647248" y="6474868"/>
                  <a:pt x="2669621" y="6508326"/>
                  <a:pt x="2693034" y="6533484"/>
                </a:cubicBezTo>
                <a:cubicBezTo>
                  <a:pt x="2716708" y="6558383"/>
                  <a:pt x="2742202" y="6565386"/>
                  <a:pt x="2750267" y="6526481"/>
                </a:cubicBezTo>
                <a:cubicBezTo>
                  <a:pt x="2750527" y="6525185"/>
                  <a:pt x="2750787" y="6523888"/>
                  <a:pt x="2751047" y="6522332"/>
                </a:cubicBezTo>
                <a:cubicBezTo>
                  <a:pt x="2752868" y="6512476"/>
                  <a:pt x="2754429" y="6502879"/>
                  <a:pt x="2755210" y="6494320"/>
                </a:cubicBezTo>
                <a:cubicBezTo>
                  <a:pt x="2744804" y="6489652"/>
                  <a:pt x="2733097" y="6484724"/>
                  <a:pt x="2721390" y="6479796"/>
                </a:cubicBezTo>
                <a:cubicBezTo>
                  <a:pt x="2722171" y="6488614"/>
                  <a:pt x="2723211" y="6503917"/>
                  <a:pt x="2723732" y="6515848"/>
                </a:cubicBezTo>
                <a:cubicBezTo>
                  <a:pt x="2723732" y="6517144"/>
                  <a:pt x="2723732" y="6518701"/>
                  <a:pt x="2723732" y="6520257"/>
                </a:cubicBezTo>
                <a:cubicBezTo>
                  <a:pt x="2724512" y="6539190"/>
                  <a:pt x="2718008" y="6539190"/>
                  <a:pt x="2707082" y="6531409"/>
                </a:cubicBezTo>
                <a:cubicBezTo>
                  <a:pt x="2694335" y="6522332"/>
                  <a:pt x="2655573" y="6471237"/>
                  <a:pt x="2651150" y="6448413"/>
                </a:cubicBezTo>
                <a:cubicBezTo>
                  <a:pt x="2650890" y="6447117"/>
                  <a:pt x="2651670" y="6446857"/>
                  <a:pt x="2652451" y="6447117"/>
                </a:cubicBezTo>
                <a:cubicBezTo>
                  <a:pt x="2652711" y="6447376"/>
                  <a:pt x="2652971" y="6447376"/>
                  <a:pt x="2653231" y="6447635"/>
                </a:cubicBezTo>
                <a:cubicBezTo>
                  <a:pt x="2653231" y="6447635"/>
                  <a:pt x="2653231" y="6447635"/>
                  <a:pt x="2653492" y="6447635"/>
                </a:cubicBezTo>
                <a:cubicBezTo>
                  <a:pt x="2662076" y="6451007"/>
                  <a:pt x="2691473" y="6462678"/>
                  <a:pt x="2721130" y="6475128"/>
                </a:cubicBezTo>
                <a:cubicBezTo>
                  <a:pt x="2732837" y="6480056"/>
                  <a:pt x="2744804" y="6485243"/>
                  <a:pt x="2755470" y="6489911"/>
                </a:cubicBezTo>
                <a:cubicBezTo>
                  <a:pt x="2766136" y="6494580"/>
                  <a:pt x="2775501" y="6499248"/>
                  <a:pt x="2782525" y="6502879"/>
                </a:cubicBezTo>
                <a:cubicBezTo>
                  <a:pt x="2795273" y="6509623"/>
                  <a:pt x="2800215" y="6514291"/>
                  <a:pt x="2794752" y="6519738"/>
                </a:cubicBezTo>
                <a:cubicBezTo>
                  <a:pt x="2768217" y="6546971"/>
                  <a:pt x="2674824" y="6585357"/>
                  <a:pt x="2642825" y="6632820"/>
                </a:cubicBezTo>
                <a:cubicBezTo>
                  <a:pt x="2642825" y="6632820"/>
                  <a:pt x="2642565" y="6633079"/>
                  <a:pt x="2642305" y="6633339"/>
                </a:cubicBezTo>
                <a:cubicBezTo>
                  <a:pt x="2642045" y="6633857"/>
                  <a:pt x="2641525" y="6634376"/>
                  <a:pt x="2641265" y="6634895"/>
                </a:cubicBezTo>
                <a:cubicBezTo>
                  <a:pt x="2641265" y="6635154"/>
                  <a:pt x="2641265" y="6635414"/>
                  <a:pt x="2641004" y="6635414"/>
                </a:cubicBezTo>
                <a:cubicBezTo>
                  <a:pt x="2639444" y="6638526"/>
                  <a:pt x="2637102" y="6643454"/>
                  <a:pt x="2636322" y="6649678"/>
                </a:cubicBezTo>
                <a:cubicBezTo>
                  <a:pt x="2635021" y="6660053"/>
                  <a:pt x="2640484" y="6669649"/>
                  <a:pt x="2655313" y="6673540"/>
                </a:cubicBezTo>
                <a:cubicBezTo>
                  <a:pt x="2659215" y="6674577"/>
                  <a:pt x="2663377" y="6675355"/>
                  <a:pt x="2668060" y="6675874"/>
                </a:cubicBezTo>
                <a:cubicBezTo>
                  <a:pt x="2668840" y="6676133"/>
                  <a:pt x="2669881" y="6676133"/>
                  <a:pt x="2670661" y="6676133"/>
                </a:cubicBezTo>
                <a:cubicBezTo>
                  <a:pt x="2699538" y="6677430"/>
                  <a:pt x="2774201" y="6661090"/>
                  <a:pt x="2796834" y="6651235"/>
                </a:cubicBezTo>
                <a:cubicBezTo>
                  <a:pt x="2820247" y="6640860"/>
                  <a:pt x="2813223" y="6630486"/>
                  <a:pt x="2806459" y="6625039"/>
                </a:cubicBezTo>
                <a:cubicBezTo>
                  <a:pt x="2801256" y="6620889"/>
                  <a:pt x="2775241" y="6606365"/>
                  <a:pt x="2762494" y="6599362"/>
                </a:cubicBezTo>
                <a:cubicBezTo>
                  <a:pt x="2759112" y="6601696"/>
                  <a:pt x="2756510" y="6603253"/>
                  <a:pt x="2753129" y="6605587"/>
                </a:cubicBezTo>
                <a:cubicBezTo>
                  <a:pt x="2774721" y="6618555"/>
                  <a:pt x="2783306" y="6625039"/>
                  <a:pt x="2788249" y="6628929"/>
                </a:cubicBezTo>
                <a:cubicBezTo>
                  <a:pt x="2790330" y="6630486"/>
                  <a:pt x="2789289" y="6632301"/>
                  <a:pt x="2786428" y="6632561"/>
                </a:cubicBezTo>
                <a:cubicBezTo>
                  <a:pt x="2785647" y="6632561"/>
                  <a:pt x="2784867" y="6632561"/>
                  <a:pt x="2784086" y="6632561"/>
                </a:cubicBezTo>
                <a:cubicBezTo>
                  <a:pt x="2763534" y="6634117"/>
                  <a:pt x="2724772" y="6636710"/>
                  <a:pt x="2706562" y="6637748"/>
                </a:cubicBezTo>
                <a:cubicBezTo>
                  <a:pt x="2703960" y="6638007"/>
                  <a:pt x="2700839" y="6638007"/>
                  <a:pt x="2699278" y="6638007"/>
                </a:cubicBezTo>
                <a:cubicBezTo>
                  <a:pt x="2703700" y="6633857"/>
                  <a:pt x="2708643" y="6630226"/>
                  <a:pt x="2711245" y="6628411"/>
                </a:cubicBezTo>
                <a:cubicBezTo>
                  <a:pt x="2750267" y="6600918"/>
                  <a:pt x="2815044" y="6562533"/>
                  <a:pt x="2834295" y="6546193"/>
                </a:cubicBezTo>
                <a:cubicBezTo>
                  <a:pt x="2848343" y="6534003"/>
                  <a:pt x="2886845" y="6496914"/>
                  <a:pt x="2804118" y="6467865"/>
                </a:cubicBezTo>
                <a:cubicBezTo>
                  <a:pt x="2780444" y="6459825"/>
                  <a:pt x="2721651" y="6438039"/>
                  <a:pt x="2659735" y="6429739"/>
                </a:cubicBezTo>
                <a:close/>
                <a:moveTo>
                  <a:pt x="2722170" y="6319844"/>
                </a:moveTo>
                <a:cubicBezTo>
                  <a:pt x="2702118" y="6317249"/>
                  <a:pt x="2671910" y="6342421"/>
                  <a:pt x="2604461" y="6424685"/>
                </a:cubicBezTo>
                <a:cubicBezTo>
                  <a:pt x="2591961" y="6439736"/>
                  <a:pt x="2562794" y="6476586"/>
                  <a:pt x="2560451" y="6493454"/>
                </a:cubicBezTo>
                <a:cubicBezTo>
                  <a:pt x="2558888" y="6505391"/>
                  <a:pt x="2571649" y="6510581"/>
                  <a:pt x="2578940" y="6514214"/>
                </a:cubicBezTo>
                <a:cubicBezTo>
                  <a:pt x="2585711" y="6517847"/>
                  <a:pt x="2663837" y="6556514"/>
                  <a:pt x="2700035" y="6576755"/>
                </a:cubicBezTo>
                <a:cubicBezTo>
                  <a:pt x="2703160" y="6574679"/>
                  <a:pt x="2706285" y="6572603"/>
                  <a:pt x="2709670" y="6570787"/>
                </a:cubicBezTo>
                <a:cubicBezTo>
                  <a:pt x="2688056" y="6559109"/>
                  <a:pt x="2627118" y="6526411"/>
                  <a:pt x="2602378" y="6511619"/>
                </a:cubicBezTo>
                <a:cubicBezTo>
                  <a:pt x="2592222" y="6505651"/>
                  <a:pt x="2585190" y="6500720"/>
                  <a:pt x="2585711" y="6496049"/>
                </a:cubicBezTo>
                <a:cubicBezTo>
                  <a:pt x="2586492" y="6490340"/>
                  <a:pt x="2601336" y="6478921"/>
                  <a:pt x="2615399" y="6464908"/>
                </a:cubicBezTo>
                <a:cubicBezTo>
                  <a:pt x="2619045" y="6461275"/>
                  <a:pt x="2625034" y="6455306"/>
                  <a:pt x="2631805" y="6448559"/>
                </a:cubicBezTo>
                <a:cubicBezTo>
                  <a:pt x="2629982" y="6441553"/>
                  <a:pt x="2630763" y="6435843"/>
                  <a:pt x="2633889" y="6431691"/>
                </a:cubicBezTo>
                <a:cubicBezTo>
                  <a:pt x="2637795" y="6426501"/>
                  <a:pt x="2644826" y="6424425"/>
                  <a:pt x="2655243" y="6424944"/>
                </a:cubicBezTo>
                <a:cubicBezTo>
                  <a:pt x="2668003" y="6412228"/>
                  <a:pt x="2679462" y="6400810"/>
                  <a:pt x="2683368" y="6396658"/>
                </a:cubicBezTo>
                <a:cubicBezTo>
                  <a:pt x="2692483" y="6387575"/>
                  <a:pt x="2702118" y="6378233"/>
                  <a:pt x="2706285" y="6378752"/>
                </a:cubicBezTo>
                <a:cubicBezTo>
                  <a:pt x="2709670" y="6379271"/>
                  <a:pt x="2711493" y="6382385"/>
                  <a:pt x="2712795" y="6391208"/>
                </a:cubicBezTo>
                <a:cubicBezTo>
                  <a:pt x="2713837" y="6398994"/>
                  <a:pt x="2716441" y="6421571"/>
                  <a:pt x="2717743" y="6436622"/>
                </a:cubicBezTo>
                <a:cubicBezTo>
                  <a:pt x="2731806" y="6439996"/>
                  <a:pt x="2744827" y="6443888"/>
                  <a:pt x="2756806" y="6447521"/>
                </a:cubicBezTo>
                <a:cubicBezTo>
                  <a:pt x="2755243" y="6344497"/>
                  <a:pt x="2743525" y="6322699"/>
                  <a:pt x="2722170" y="6319844"/>
                </a:cubicBezTo>
                <a:close/>
                <a:moveTo>
                  <a:pt x="0" y="0"/>
                </a:moveTo>
                <a:lnTo>
                  <a:pt x="3048000" y="0"/>
                </a:lnTo>
                <a:lnTo>
                  <a:pt x="3048000" y="6857999"/>
                </a:lnTo>
                <a:lnTo>
                  <a:pt x="0" y="6857999"/>
                </a:lnTo>
                <a:close/>
              </a:path>
            </a:pathLst>
          </a:custGeom>
          <a:solidFill>
            <a:srgbClr val="D8DFDE"/>
          </a:solidFill>
        </p:spPr>
        <p:txBody>
          <a:bodyPr wrap="square" lIns="396000" tIns="0" rIns="252000" bIns="756000" anchor="ctr" anchorCtr="0">
            <a:noAutofit/>
          </a:bodyPr>
          <a:lstStyle>
            <a:lvl1pPr marL="0" indent="0" algn="ctr">
              <a:lnSpc>
                <a:spcPct val="100000"/>
              </a:lnSpc>
              <a:spcAft>
                <a:spcPts val="0"/>
              </a:spcAft>
              <a:buNone/>
              <a:defRPr sz="12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9" name="Text Placeholder 96">
            <a:extLst>
              <a:ext uri="{FF2B5EF4-FFF2-40B4-BE49-F238E27FC236}">
                <a16:creationId xmlns:a16="http://schemas.microsoft.com/office/drawing/2014/main" id="{08596668-B452-4684-9114-FD6480173A59}"/>
              </a:ext>
            </a:extLst>
          </p:cNvPr>
          <p:cNvSpPr>
            <a:spLocks noGrp="1"/>
          </p:cNvSpPr>
          <p:nvPr>
            <p:ph type="body" sz="quarter" idx="111" hasCustomPrompt="1"/>
          </p:nvPr>
        </p:nvSpPr>
        <p:spPr>
          <a:xfrm>
            <a:off x="609603" y="6200775"/>
            <a:ext cx="7315198"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 name="Rectangle 4">
            <a:extLst>
              <a:ext uri="{FF2B5EF4-FFF2-40B4-BE49-F238E27FC236}">
                <a16:creationId xmlns:a16="http://schemas.microsoft.com/office/drawing/2014/main" id="{8EBC7BEA-0D4D-3618-0BB9-17A4914CA83F}"/>
              </a:ext>
            </a:extLst>
          </p:cNvPr>
          <p:cNvSpPr/>
          <p:nvPr userDrawn="1"/>
        </p:nvSpPr>
        <p:spPr>
          <a:xfrm>
            <a:off x="8534398"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4572000" y="1468438"/>
            <a:ext cx="3352801" cy="4578327"/>
          </a:xfrm>
          <a:prstGeom prst="rect">
            <a:avLst/>
          </a:prstGeom>
        </p:spPr>
        <p:txBody>
          <a:bodyPr t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609602" y="1468438"/>
            <a:ext cx="3352800" cy="4578327"/>
          </a:xfrm>
          <a:prstGeom prst="rect">
            <a:avLst/>
          </a:prstGeom>
        </p:spPr>
        <p:txBody>
          <a:bodyPr t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3" name="Title 2">
            <a:extLst>
              <a:ext uri="{FF2B5EF4-FFF2-40B4-BE49-F238E27FC236}">
                <a16:creationId xmlns:a16="http://schemas.microsoft.com/office/drawing/2014/main" id="{41BCE9CB-F32B-3701-9C5D-E484489592A9}"/>
              </a:ext>
            </a:extLst>
          </p:cNvPr>
          <p:cNvSpPr>
            <a:spLocks noGrp="1"/>
          </p:cNvSpPr>
          <p:nvPr>
            <p:ph type="title" hasCustomPrompt="1"/>
          </p:nvPr>
        </p:nvSpPr>
        <p:spPr>
          <a:xfrm>
            <a:off x="609600" y="401638"/>
            <a:ext cx="7315201" cy="914400"/>
          </a:xfrm>
        </p:spPr>
        <p:txBody>
          <a:bodyPr/>
          <a:lstStyle/>
          <a:p>
            <a:r>
              <a:rPr lang="en-US"/>
              <a:t>Click to enter title here</a:t>
            </a:r>
          </a:p>
        </p:txBody>
      </p:sp>
      <p:sp>
        <p:nvSpPr>
          <p:cNvPr id="7" name="Text Placeholder 30">
            <a:extLst>
              <a:ext uri="{FF2B5EF4-FFF2-40B4-BE49-F238E27FC236}">
                <a16:creationId xmlns:a16="http://schemas.microsoft.com/office/drawing/2014/main" id="{24DD8127-9AE7-E3BB-4F07-E7038A3E5696}"/>
              </a:ext>
            </a:extLst>
          </p:cNvPr>
          <p:cNvSpPr txBox="1">
            <a:spLocks/>
          </p:cNvSpPr>
          <p:nvPr userDrawn="1"/>
        </p:nvSpPr>
        <p:spPr>
          <a:xfrm>
            <a:off x="11704319" y="6321108"/>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1"/>
    </p:custDataLst>
    <p:extLst>
      <p:ext uri="{BB962C8B-B14F-4D97-AF65-F5344CB8AC3E}">
        <p14:creationId xmlns:p14="http://schemas.microsoft.com/office/powerpoint/2010/main" val="4233158680"/>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and Image in Len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3F9B225-97C4-5D8B-4C3B-C102B06B10C6}"/>
              </a:ext>
            </a:extLst>
          </p:cNvPr>
          <p:cNvSpPr>
            <a:spLocks noGrp="1"/>
          </p:cNvSpPr>
          <p:nvPr>
            <p:ph type="pic" sz="quarter" idx="20" hasCustomPrompt="1"/>
          </p:nvPr>
        </p:nvSpPr>
        <p:spPr>
          <a:xfrm>
            <a:off x="9144000" y="1"/>
            <a:ext cx="3048000" cy="6857999"/>
          </a:xfrm>
          <a:custGeom>
            <a:avLst/>
            <a:gdLst>
              <a:gd name="connsiteX0" fmla="*/ 2659735 w 3048000"/>
              <a:gd name="connsiteY0" fmla="*/ 6429739 h 6857999"/>
              <a:gd name="connsiteX1" fmla="*/ 2638403 w 3048000"/>
              <a:gd name="connsiteY1" fmla="*/ 6454897 h 6857999"/>
              <a:gd name="connsiteX2" fmla="*/ 2693034 w 3048000"/>
              <a:gd name="connsiteY2" fmla="*/ 6533484 h 6857999"/>
              <a:gd name="connsiteX3" fmla="*/ 2750267 w 3048000"/>
              <a:gd name="connsiteY3" fmla="*/ 6526481 h 6857999"/>
              <a:gd name="connsiteX4" fmla="*/ 2751047 w 3048000"/>
              <a:gd name="connsiteY4" fmla="*/ 6522332 h 6857999"/>
              <a:gd name="connsiteX5" fmla="*/ 2755210 w 3048000"/>
              <a:gd name="connsiteY5" fmla="*/ 6494320 h 6857999"/>
              <a:gd name="connsiteX6" fmla="*/ 2721390 w 3048000"/>
              <a:gd name="connsiteY6" fmla="*/ 6479796 h 6857999"/>
              <a:gd name="connsiteX7" fmla="*/ 2723732 w 3048000"/>
              <a:gd name="connsiteY7" fmla="*/ 6515848 h 6857999"/>
              <a:gd name="connsiteX8" fmla="*/ 2723732 w 3048000"/>
              <a:gd name="connsiteY8" fmla="*/ 6520257 h 6857999"/>
              <a:gd name="connsiteX9" fmla="*/ 2707082 w 3048000"/>
              <a:gd name="connsiteY9" fmla="*/ 6531409 h 6857999"/>
              <a:gd name="connsiteX10" fmla="*/ 2651150 w 3048000"/>
              <a:gd name="connsiteY10" fmla="*/ 6448413 h 6857999"/>
              <a:gd name="connsiteX11" fmla="*/ 2652451 w 3048000"/>
              <a:gd name="connsiteY11" fmla="*/ 6447117 h 6857999"/>
              <a:gd name="connsiteX12" fmla="*/ 2653231 w 3048000"/>
              <a:gd name="connsiteY12" fmla="*/ 6447635 h 6857999"/>
              <a:gd name="connsiteX13" fmla="*/ 2653492 w 3048000"/>
              <a:gd name="connsiteY13" fmla="*/ 6447635 h 6857999"/>
              <a:gd name="connsiteX14" fmla="*/ 2721130 w 3048000"/>
              <a:gd name="connsiteY14" fmla="*/ 6475128 h 6857999"/>
              <a:gd name="connsiteX15" fmla="*/ 2755470 w 3048000"/>
              <a:gd name="connsiteY15" fmla="*/ 6489911 h 6857999"/>
              <a:gd name="connsiteX16" fmla="*/ 2782525 w 3048000"/>
              <a:gd name="connsiteY16" fmla="*/ 6502879 h 6857999"/>
              <a:gd name="connsiteX17" fmla="*/ 2794752 w 3048000"/>
              <a:gd name="connsiteY17" fmla="*/ 6519738 h 6857999"/>
              <a:gd name="connsiteX18" fmla="*/ 2642825 w 3048000"/>
              <a:gd name="connsiteY18" fmla="*/ 6632820 h 6857999"/>
              <a:gd name="connsiteX19" fmla="*/ 2642305 w 3048000"/>
              <a:gd name="connsiteY19" fmla="*/ 6633339 h 6857999"/>
              <a:gd name="connsiteX20" fmla="*/ 2641265 w 3048000"/>
              <a:gd name="connsiteY20" fmla="*/ 6634895 h 6857999"/>
              <a:gd name="connsiteX21" fmla="*/ 2641004 w 3048000"/>
              <a:gd name="connsiteY21" fmla="*/ 6635414 h 6857999"/>
              <a:gd name="connsiteX22" fmla="*/ 2636322 w 3048000"/>
              <a:gd name="connsiteY22" fmla="*/ 6649678 h 6857999"/>
              <a:gd name="connsiteX23" fmla="*/ 2655313 w 3048000"/>
              <a:gd name="connsiteY23" fmla="*/ 6673540 h 6857999"/>
              <a:gd name="connsiteX24" fmla="*/ 2668060 w 3048000"/>
              <a:gd name="connsiteY24" fmla="*/ 6675874 h 6857999"/>
              <a:gd name="connsiteX25" fmla="*/ 2670661 w 3048000"/>
              <a:gd name="connsiteY25" fmla="*/ 6676133 h 6857999"/>
              <a:gd name="connsiteX26" fmla="*/ 2796834 w 3048000"/>
              <a:gd name="connsiteY26" fmla="*/ 6651235 h 6857999"/>
              <a:gd name="connsiteX27" fmla="*/ 2806459 w 3048000"/>
              <a:gd name="connsiteY27" fmla="*/ 6625039 h 6857999"/>
              <a:gd name="connsiteX28" fmla="*/ 2762494 w 3048000"/>
              <a:gd name="connsiteY28" fmla="*/ 6599362 h 6857999"/>
              <a:gd name="connsiteX29" fmla="*/ 2753129 w 3048000"/>
              <a:gd name="connsiteY29" fmla="*/ 6605587 h 6857999"/>
              <a:gd name="connsiteX30" fmla="*/ 2788249 w 3048000"/>
              <a:gd name="connsiteY30" fmla="*/ 6628929 h 6857999"/>
              <a:gd name="connsiteX31" fmla="*/ 2786428 w 3048000"/>
              <a:gd name="connsiteY31" fmla="*/ 6632561 h 6857999"/>
              <a:gd name="connsiteX32" fmla="*/ 2784086 w 3048000"/>
              <a:gd name="connsiteY32" fmla="*/ 6632561 h 6857999"/>
              <a:gd name="connsiteX33" fmla="*/ 2706562 w 3048000"/>
              <a:gd name="connsiteY33" fmla="*/ 6637748 h 6857999"/>
              <a:gd name="connsiteX34" fmla="*/ 2699278 w 3048000"/>
              <a:gd name="connsiteY34" fmla="*/ 6638007 h 6857999"/>
              <a:gd name="connsiteX35" fmla="*/ 2711245 w 3048000"/>
              <a:gd name="connsiteY35" fmla="*/ 6628411 h 6857999"/>
              <a:gd name="connsiteX36" fmla="*/ 2834295 w 3048000"/>
              <a:gd name="connsiteY36" fmla="*/ 6546193 h 6857999"/>
              <a:gd name="connsiteX37" fmla="*/ 2804118 w 3048000"/>
              <a:gd name="connsiteY37" fmla="*/ 6467865 h 6857999"/>
              <a:gd name="connsiteX38" fmla="*/ 2659735 w 3048000"/>
              <a:gd name="connsiteY38" fmla="*/ 6429739 h 6857999"/>
              <a:gd name="connsiteX39" fmla="*/ 2722170 w 3048000"/>
              <a:gd name="connsiteY39" fmla="*/ 6319844 h 6857999"/>
              <a:gd name="connsiteX40" fmla="*/ 2604461 w 3048000"/>
              <a:gd name="connsiteY40" fmla="*/ 6424685 h 6857999"/>
              <a:gd name="connsiteX41" fmla="*/ 2560451 w 3048000"/>
              <a:gd name="connsiteY41" fmla="*/ 6493454 h 6857999"/>
              <a:gd name="connsiteX42" fmla="*/ 2578940 w 3048000"/>
              <a:gd name="connsiteY42" fmla="*/ 6514214 h 6857999"/>
              <a:gd name="connsiteX43" fmla="*/ 2700035 w 3048000"/>
              <a:gd name="connsiteY43" fmla="*/ 6576755 h 6857999"/>
              <a:gd name="connsiteX44" fmla="*/ 2709670 w 3048000"/>
              <a:gd name="connsiteY44" fmla="*/ 6570787 h 6857999"/>
              <a:gd name="connsiteX45" fmla="*/ 2602378 w 3048000"/>
              <a:gd name="connsiteY45" fmla="*/ 6511619 h 6857999"/>
              <a:gd name="connsiteX46" fmla="*/ 2585711 w 3048000"/>
              <a:gd name="connsiteY46" fmla="*/ 6496049 h 6857999"/>
              <a:gd name="connsiteX47" fmla="*/ 2615399 w 3048000"/>
              <a:gd name="connsiteY47" fmla="*/ 6464908 h 6857999"/>
              <a:gd name="connsiteX48" fmla="*/ 2631805 w 3048000"/>
              <a:gd name="connsiteY48" fmla="*/ 6448559 h 6857999"/>
              <a:gd name="connsiteX49" fmla="*/ 2633889 w 3048000"/>
              <a:gd name="connsiteY49" fmla="*/ 6431691 h 6857999"/>
              <a:gd name="connsiteX50" fmla="*/ 2655243 w 3048000"/>
              <a:gd name="connsiteY50" fmla="*/ 6424944 h 6857999"/>
              <a:gd name="connsiteX51" fmla="*/ 2683368 w 3048000"/>
              <a:gd name="connsiteY51" fmla="*/ 6396658 h 6857999"/>
              <a:gd name="connsiteX52" fmla="*/ 2706285 w 3048000"/>
              <a:gd name="connsiteY52" fmla="*/ 6378752 h 6857999"/>
              <a:gd name="connsiteX53" fmla="*/ 2712795 w 3048000"/>
              <a:gd name="connsiteY53" fmla="*/ 6391208 h 6857999"/>
              <a:gd name="connsiteX54" fmla="*/ 2717743 w 3048000"/>
              <a:gd name="connsiteY54" fmla="*/ 6436622 h 6857999"/>
              <a:gd name="connsiteX55" fmla="*/ 2756806 w 3048000"/>
              <a:gd name="connsiteY55" fmla="*/ 6447521 h 6857999"/>
              <a:gd name="connsiteX56" fmla="*/ 2722170 w 3048000"/>
              <a:gd name="connsiteY56" fmla="*/ 6319844 h 6857999"/>
              <a:gd name="connsiteX57" fmla="*/ 0 w 3048000"/>
              <a:gd name="connsiteY57" fmla="*/ 0 h 6857999"/>
              <a:gd name="connsiteX58" fmla="*/ 3048000 w 3048000"/>
              <a:gd name="connsiteY58" fmla="*/ 0 h 6857999"/>
              <a:gd name="connsiteX59" fmla="*/ 3048000 w 3048000"/>
              <a:gd name="connsiteY59" fmla="*/ 6857999 h 6857999"/>
              <a:gd name="connsiteX60" fmla="*/ 0 w 3048000"/>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48000" h="6857999">
                <a:moveTo>
                  <a:pt x="2659735" y="6429739"/>
                </a:moveTo>
                <a:cubicBezTo>
                  <a:pt x="2638403" y="6426886"/>
                  <a:pt x="2629818" y="6434667"/>
                  <a:pt x="2638403" y="6454897"/>
                </a:cubicBezTo>
                <a:cubicBezTo>
                  <a:pt x="2647248" y="6474868"/>
                  <a:pt x="2669621" y="6508326"/>
                  <a:pt x="2693034" y="6533484"/>
                </a:cubicBezTo>
                <a:cubicBezTo>
                  <a:pt x="2716708" y="6558383"/>
                  <a:pt x="2742202" y="6565386"/>
                  <a:pt x="2750267" y="6526481"/>
                </a:cubicBezTo>
                <a:cubicBezTo>
                  <a:pt x="2750527" y="6525185"/>
                  <a:pt x="2750787" y="6523888"/>
                  <a:pt x="2751047" y="6522332"/>
                </a:cubicBezTo>
                <a:cubicBezTo>
                  <a:pt x="2752868" y="6512476"/>
                  <a:pt x="2754429" y="6502879"/>
                  <a:pt x="2755210" y="6494320"/>
                </a:cubicBezTo>
                <a:cubicBezTo>
                  <a:pt x="2744804" y="6489652"/>
                  <a:pt x="2733097" y="6484724"/>
                  <a:pt x="2721390" y="6479796"/>
                </a:cubicBezTo>
                <a:cubicBezTo>
                  <a:pt x="2722171" y="6488614"/>
                  <a:pt x="2723211" y="6503917"/>
                  <a:pt x="2723732" y="6515848"/>
                </a:cubicBezTo>
                <a:cubicBezTo>
                  <a:pt x="2723732" y="6517144"/>
                  <a:pt x="2723732" y="6518701"/>
                  <a:pt x="2723732" y="6520257"/>
                </a:cubicBezTo>
                <a:cubicBezTo>
                  <a:pt x="2724512" y="6539190"/>
                  <a:pt x="2718008" y="6539190"/>
                  <a:pt x="2707082" y="6531409"/>
                </a:cubicBezTo>
                <a:cubicBezTo>
                  <a:pt x="2694335" y="6522332"/>
                  <a:pt x="2655573" y="6471237"/>
                  <a:pt x="2651150" y="6448413"/>
                </a:cubicBezTo>
                <a:cubicBezTo>
                  <a:pt x="2650890" y="6447117"/>
                  <a:pt x="2651670" y="6446857"/>
                  <a:pt x="2652451" y="6447117"/>
                </a:cubicBezTo>
                <a:cubicBezTo>
                  <a:pt x="2652711" y="6447376"/>
                  <a:pt x="2652971" y="6447376"/>
                  <a:pt x="2653231" y="6447635"/>
                </a:cubicBezTo>
                <a:cubicBezTo>
                  <a:pt x="2653231" y="6447635"/>
                  <a:pt x="2653231" y="6447635"/>
                  <a:pt x="2653492" y="6447635"/>
                </a:cubicBezTo>
                <a:cubicBezTo>
                  <a:pt x="2662076" y="6451007"/>
                  <a:pt x="2691473" y="6462678"/>
                  <a:pt x="2721130" y="6475128"/>
                </a:cubicBezTo>
                <a:cubicBezTo>
                  <a:pt x="2732837" y="6480056"/>
                  <a:pt x="2744804" y="6485243"/>
                  <a:pt x="2755470" y="6489911"/>
                </a:cubicBezTo>
                <a:cubicBezTo>
                  <a:pt x="2766136" y="6494580"/>
                  <a:pt x="2775501" y="6499248"/>
                  <a:pt x="2782525" y="6502879"/>
                </a:cubicBezTo>
                <a:cubicBezTo>
                  <a:pt x="2795273" y="6509623"/>
                  <a:pt x="2800215" y="6514291"/>
                  <a:pt x="2794752" y="6519738"/>
                </a:cubicBezTo>
                <a:cubicBezTo>
                  <a:pt x="2768217" y="6546971"/>
                  <a:pt x="2674824" y="6585357"/>
                  <a:pt x="2642825" y="6632820"/>
                </a:cubicBezTo>
                <a:cubicBezTo>
                  <a:pt x="2642825" y="6632820"/>
                  <a:pt x="2642565" y="6633079"/>
                  <a:pt x="2642305" y="6633339"/>
                </a:cubicBezTo>
                <a:cubicBezTo>
                  <a:pt x="2642045" y="6633857"/>
                  <a:pt x="2641525" y="6634376"/>
                  <a:pt x="2641265" y="6634895"/>
                </a:cubicBezTo>
                <a:cubicBezTo>
                  <a:pt x="2641265" y="6635154"/>
                  <a:pt x="2641265" y="6635414"/>
                  <a:pt x="2641004" y="6635414"/>
                </a:cubicBezTo>
                <a:cubicBezTo>
                  <a:pt x="2639444" y="6638526"/>
                  <a:pt x="2637102" y="6643454"/>
                  <a:pt x="2636322" y="6649678"/>
                </a:cubicBezTo>
                <a:cubicBezTo>
                  <a:pt x="2635021" y="6660053"/>
                  <a:pt x="2640484" y="6669649"/>
                  <a:pt x="2655313" y="6673540"/>
                </a:cubicBezTo>
                <a:cubicBezTo>
                  <a:pt x="2659215" y="6674577"/>
                  <a:pt x="2663377" y="6675355"/>
                  <a:pt x="2668060" y="6675874"/>
                </a:cubicBezTo>
                <a:cubicBezTo>
                  <a:pt x="2668840" y="6676133"/>
                  <a:pt x="2669881" y="6676133"/>
                  <a:pt x="2670661" y="6676133"/>
                </a:cubicBezTo>
                <a:cubicBezTo>
                  <a:pt x="2699538" y="6677430"/>
                  <a:pt x="2774201" y="6661090"/>
                  <a:pt x="2796834" y="6651235"/>
                </a:cubicBezTo>
                <a:cubicBezTo>
                  <a:pt x="2820247" y="6640860"/>
                  <a:pt x="2813223" y="6630486"/>
                  <a:pt x="2806459" y="6625039"/>
                </a:cubicBezTo>
                <a:cubicBezTo>
                  <a:pt x="2801256" y="6620889"/>
                  <a:pt x="2775241" y="6606365"/>
                  <a:pt x="2762494" y="6599362"/>
                </a:cubicBezTo>
                <a:cubicBezTo>
                  <a:pt x="2759112" y="6601696"/>
                  <a:pt x="2756510" y="6603253"/>
                  <a:pt x="2753129" y="6605587"/>
                </a:cubicBezTo>
                <a:cubicBezTo>
                  <a:pt x="2774721" y="6618555"/>
                  <a:pt x="2783306" y="6625039"/>
                  <a:pt x="2788249" y="6628929"/>
                </a:cubicBezTo>
                <a:cubicBezTo>
                  <a:pt x="2790330" y="6630486"/>
                  <a:pt x="2789289" y="6632301"/>
                  <a:pt x="2786428" y="6632561"/>
                </a:cubicBezTo>
                <a:cubicBezTo>
                  <a:pt x="2785647" y="6632561"/>
                  <a:pt x="2784867" y="6632561"/>
                  <a:pt x="2784086" y="6632561"/>
                </a:cubicBezTo>
                <a:cubicBezTo>
                  <a:pt x="2763534" y="6634117"/>
                  <a:pt x="2724772" y="6636710"/>
                  <a:pt x="2706562" y="6637748"/>
                </a:cubicBezTo>
                <a:cubicBezTo>
                  <a:pt x="2703960" y="6638007"/>
                  <a:pt x="2700839" y="6638007"/>
                  <a:pt x="2699278" y="6638007"/>
                </a:cubicBezTo>
                <a:cubicBezTo>
                  <a:pt x="2703700" y="6633857"/>
                  <a:pt x="2708643" y="6630226"/>
                  <a:pt x="2711245" y="6628411"/>
                </a:cubicBezTo>
                <a:cubicBezTo>
                  <a:pt x="2750267" y="6600918"/>
                  <a:pt x="2815044" y="6562533"/>
                  <a:pt x="2834295" y="6546193"/>
                </a:cubicBezTo>
                <a:cubicBezTo>
                  <a:pt x="2848343" y="6534003"/>
                  <a:pt x="2886845" y="6496914"/>
                  <a:pt x="2804118" y="6467865"/>
                </a:cubicBezTo>
                <a:cubicBezTo>
                  <a:pt x="2780444" y="6459825"/>
                  <a:pt x="2721651" y="6438039"/>
                  <a:pt x="2659735" y="6429739"/>
                </a:cubicBezTo>
                <a:close/>
                <a:moveTo>
                  <a:pt x="2722170" y="6319844"/>
                </a:moveTo>
                <a:cubicBezTo>
                  <a:pt x="2702118" y="6317249"/>
                  <a:pt x="2671910" y="6342421"/>
                  <a:pt x="2604461" y="6424685"/>
                </a:cubicBezTo>
                <a:cubicBezTo>
                  <a:pt x="2591961" y="6439736"/>
                  <a:pt x="2562794" y="6476586"/>
                  <a:pt x="2560451" y="6493454"/>
                </a:cubicBezTo>
                <a:cubicBezTo>
                  <a:pt x="2558888" y="6505391"/>
                  <a:pt x="2571649" y="6510581"/>
                  <a:pt x="2578940" y="6514214"/>
                </a:cubicBezTo>
                <a:cubicBezTo>
                  <a:pt x="2585711" y="6517847"/>
                  <a:pt x="2663837" y="6556514"/>
                  <a:pt x="2700035" y="6576755"/>
                </a:cubicBezTo>
                <a:cubicBezTo>
                  <a:pt x="2703160" y="6574679"/>
                  <a:pt x="2706285" y="6572603"/>
                  <a:pt x="2709670" y="6570787"/>
                </a:cubicBezTo>
                <a:cubicBezTo>
                  <a:pt x="2688056" y="6559109"/>
                  <a:pt x="2627118" y="6526411"/>
                  <a:pt x="2602378" y="6511619"/>
                </a:cubicBezTo>
                <a:cubicBezTo>
                  <a:pt x="2592222" y="6505651"/>
                  <a:pt x="2585190" y="6500720"/>
                  <a:pt x="2585711" y="6496049"/>
                </a:cubicBezTo>
                <a:cubicBezTo>
                  <a:pt x="2586492" y="6490340"/>
                  <a:pt x="2601336" y="6478921"/>
                  <a:pt x="2615399" y="6464908"/>
                </a:cubicBezTo>
                <a:cubicBezTo>
                  <a:pt x="2619045" y="6461275"/>
                  <a:pt x="2625034" y="6455306"/>
                  <a:pt x="2631805" y="6448559"/>
                </a:cubicBezTo>
                <a:cubicBezTo>
                  <a:pt x="2629982" y="6441553"/>
                  <a:pt x="2630763" y="6435843"/>
                  <a:pt x="2633889" y="6431691"/>
                </a:cubicBezTo>
                <a:cubicBezTo>
                  <a:pt x="2637795" y="6426501"/>
                  <a:pt x="2644826" y="6424425"/>
                  <a:pt x="2655243" y="6424944"/>
                </a:cubicBezTo>
                <a:cubicBezTo>
                  <a:pt x="2668003" y="6412228"/>
                  <a:pt x="2679462" y="6400810"/>
                  <a:pt x="2683368" y="6396658"/>
                </a:cubicBezTo>
                <a:cubicBezTo>
                  <a:pt x="2692483" y="6387575"/>
                  <a:pt x="2702118" y="6378233"/>
                  <a:pt x="2706285" y="6378752"/>
                </a:cubicBezTo>
                <a:cubicBezTo>
                  <a:pt x="2709670" y="6379271"/>
                  <a:pt x="2711493" y="6382385"/>
                  <a:pt x="2712795" y="6391208"/>
                </a:cubicBezTo>
                <a:cubicBezTo>
                  <a:pt x="2713837" y="6398994"/>
                  <a:pt x="2716441" y="6421571"/>
                  <a:pt x="2717743" y="6436622"/>
                </a:cubicBezTo>
                <a:cubicBezTo>
                  <a:pt x="2731806" y="6439996"/>
                  <a:pt x="2744827" y="6443888"/>
                  <a:pt x="2756806" y="6447521"/>
                </a:cubicBezTo>
                <a:cubicBezTo>
                  <a:pt x="2755243" y="6344497"/>
                  <a:pt x="2743525" y="6322699"/>
                  <a:pt x="2722170" y="6319844"/>
                </a:cubicBezTo>
                <a:close/>
                <a:moveTo>
                  <a:pt x="0" y="0"/>
                </a:moveTo>
                <a:lnTo>
                  <a:pt x="3048000" y="0"/>
                </a:lnTo>
                <a:lnTo>
                  <a:pt x="3048000" y="6857999"/>
                </a:lnTo>
                <a:lnTo>
                  <a:pt x="0" y="6857999"/>
                </a:lnTo>
                <a:close/>
              </a:path>
            </a:pathLst>
          </a:custGeom>
          <a:solidFill>
            <a:srgbClr val="D8DFDE"/>
          </a:solidFill>
        </p:spPr>
        <p:txBody>
          <a:bodyPr wrap="square" lIns="396000" tIns="0" rIns="252000" bIns="756000" anchor="ctr" anchorCtr="0">
            <a:noAutofit/>
          </a:bodyPr>
          <a:lstStyle>
            <a:lvl1pPr marL="0" indent="0" algn="ctr">
              <a:lnSpc>
                <a:spcPct val="100000"/>
              </a:lnSpc>
              <a:spcAft>
                <a:spcPts val="0"/>
              </a:spcAft>
              <a:buNone/>
              <a:defRPr sz="12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0" name="Text Placeholder 96">
            <a:extLst>
              <a:ext uri="{FF2B5EF4-FFF2-40B4-BE49-F238E27FC236}">
                <a16:creationId xmlns:a16="http://schemas.microsoft.com/office/drawing/2014/main" id="{B863F956-22D4-4C3A-A009-E80F1E169DCD}"/>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a:t>Footnotes </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3" name="Content Placeholder 3">
            <a:extLst>
              <a:ext uri="{FF2B5EF4-FFF2-40B4-BE49-F238E27FC236}">
                <a16:creationId xmlns:a16="http://schemas.microsoft.com/office/drawing/2014/main" id="{3959B661-E0AC-460F-8B80-1D7A0DE584D0}"/>
              </a:ext>
            </a:extLst>
          </p:cNvPr>
          <p:cNvSpPr>
            <a:spLocks noGrp="1"/>
          </p:cNvSpPr>
          <p:nvPr>
            <p:ph sz="quarter" idx="21" hasCustomPrompt="1"/>
          </p:nvPr>
        </p:nvSpPr>
        <p:spPr>
          <a:xfrm>
            <a:off x="3352799"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609600"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6095999"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a:t>Click to add content. When pasting copy from other slides, be sure to use the Paste and Match Formatting shortcut (</a:t>
            </a:r>
            <a:r>
              <a:rPr lang="en-GB" err="1"/>
              <a:t>Cmd</a:t>
            </a:r>
            <a:r>
              <a:rPr lang="en-GB"/>
              <a:t> + Option + Shift + V).</a:t>
            </a:r>
          </a:p>
          <a:p>
            <a:pPr lvl="1"/>
            <a:r>
              <a:rPr lang="en-GB"/>
              <a:t>Second level</a:t>
            </a:r>
          </a:p>
          <a:p>
            <a:pPr lvl="2"/>
            <a:r>
              <a:rPr lang="en-GB"/>
              <a:t>Third level</a:t>
            </a:r>
          </a:p>
          <a:p>
            <a:pPr lvl="3"/>
            <a:r>
              <a:rPr lang="en-GB"/>
              <a:t>Fourth level</a:t>
            </a:r>
          </a:p>
          <a:p>
            <a:pPr lvl="4"/>
            <a:r>
              <a:rPr lang="en-GB"/>
              <a:t>Fifth level</a:t>
            </a:r>
          </a:p>
        </p:txBody>
      </p:sp>
      <p:sp>
        <p:nvSpPr>
          <p:cNvPr id="3" name="Title 2">
            <a:extLst>
              <a:ext uri="{FF2B5EF4-FFF2-40B4-BE49-F238E27FC236}">
                <a16:creationId xmlns:a16="http://schemas.microsoft.com/office/drawing/2014/main" id="{06935F5E-5B9A-28AA-2F36-0DDB4BEBB2D7}"/>
              </a:ext>
            </a:extLst>
          </p:cNvPr>
          <p:cNvSpPr>
            <a:spLocks noGrp="1"/>
          </p:cNvSpPr>
          <p:nvPr>
            <p:ph type="title" hasCustomPrompt="1"/>
          </p:nvPr>
        </p:nvSpPr>
        <p:spPr>
          <a:xfrm>
            <a:off x="609600" y="401638"/>
            <a:ext cx="7924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130015512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Value Points">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AA42A745-9907-45EF-9B18-E061ED71F0DB}"/>
              </a:ext>
            </a:extLst>
          </p:cNvPr>
          <p:cNvSpPr>
            <a:spLocks noGrp="1"/>
          </p:cNvSpPr>
          <p:nvPr>
            <p:ph type="body" sz="quarter" idx="111" hasCustomPrompt="1"/>
          </p:nvPr>
        </p:nvSpPr>
        <p:spPr>
          <a:xfrm>
            <a:off x="609602" y="6200775"/>
            <a:ext cx="9753597"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4" name="Date Placeholder 3">
            <a:extLst>
              <a:ext uri="{FF2B5EF4-FFF2-40B4-BE49-F238E27FC236}">
                <a16:creationId xmlns:a16="http://schemas.microsoft.com/office/drawing/2014/main" id="{C645BA28-9268-48CE-8962-39F56ADB8E1B}"/>
              </a:ext>
            </a:extLst>
          </p:cNvPr>
          <p:cNvSpPr>
            <a:spLocks noGrp="1"/>
          </p:cNvSpPr>
          <p:nvPr>
            <p:ph type="dt" sz="half" idx="24"/>
          </p:nvPr>
        </p:nvSpPr>
        <p:spPr/>
        <p:txBody>
          <a:bodyPr/>
          <a:lstStyle>
            <a:lvl1pPr>
              <a:lnSpc>
                <a:spcPct val="100000"/>
              </a:lnSpc>
              <a:defRPr/>
            </a:lvl1pPr>
          </a:lstStyle>
          <a:p>
            <a:endParaRPr lang="en-GB"/>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70035"/>
            <a:ext cx="3251200" cy="22105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10" name="Text Placeholder 9">
            <a:extLst>
              <a:ext uri="{FF2B5EF4-FFF2-40B4-BE49-F238E27FC236}">
                <a16:creationId xmlns:a16="http://schemas.microsoft.com/office/drawing/2014/main" id="{1BB83890-60A2-4CD7-8433-61AD833DB442}"/>
              </a:ext>
            </a:extLst>
          </p:cNvPr>
          <p:cNvSpPr>
            <a:spLocks noGrp="1"/>
          </p:cNvSpPr>
          <p:nvPr>
            <p:ph type="body" sz="quarter" idx="18" hasCustomPrompt="1"/>
          </p:nvPr>
        </p:nvSpPr>
        <p:spPr>
          <a:xfrm>
            <a:off x="609600" y="3834611"/>
            <a:ext cx="3251200" cy="2212166"/>
          </a:xfrm>
        </p:spPr>
        <p:txBody>
          <a:bodyPr/>
          <a:lstStyle>
            <a:lvl1pPr marL="0" indent="0" algn="ctr">
              <a:lnSpc>
                <a:spcPct val="100000"/>
              </a:lnSpc>
              <a:buNone/>
              <a:defRPr/>
            </a:lvl1pPr>
          </a:lstStyle>
          <a:p>
            <a:pPr lvl="0"/>
            <a:r>
              <a:rPr lang="en-US"/>
              <a:t>Supporting text goes here. Change shape to preferred background </a:t>
            </a:r>
            <a:r>
              <a:rPr lang="en-US" err="1"/>
              <a:t>colour</a:t>
            </a:r>
            <a:r>
              <a:rPr lang="en-US"/>
              <a:t> before inserting an icon. </a:t>
            </a:r>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4470400" y="1470035"/>
            <a:ext cx="3251200" cy="2210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8331200" y="1470035"/>
            <a:ext cx="3251200" cy="22105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7" name="Slide Number Placeholder 6">
            <a:extLst>
              <a:ext uri="{FF2B5EF4-FFF2-40B4-BE49-F238E27FC236}">
                <a16:creationId xmlns:a16="http://schemas.microsoft.com/office/drawing/2014/main" id="{A183F930-38D6-455D-84C2-DD9D1E30FD41}"/>
              </a:ext>
            </a:extLst>
          </p:cNvPr>
          <p:cNvSpPr>
            <a:spLocks noGrp="1"/>
          </p:cNvSpPr>
          <p:nvPr>
            <p:ph type="sldNum" sz="quarter" idx="26"/>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9">
            <a:extLst>
              <a:ext uri="{FF2B5EF4-FFF2-40B4-BE49-F238E27FC236}">
                <a16:creationId xmlns:a16="http://schemas.microsoft.com/office/drawing/2014/main" id="{897F438E-420B-4461-8166-2D78133EC322}"/>
              </a:ext>
            </a:extLst>
          </p:cNvPr>
          <p:cNvSpPr>
            <a:spLocks noGrp="1"/>
          </p:cNvSpPr>
          <p:nvPr>
            <p:ph type="body" sz="quarter" idx="27" hasCustomPrompt="1"/>
          </p:nvPr>
        </p:nvSpPr>
        <p:spPr>
          <a:xfrm>
            <a:off x="4470400" y="3834611"/>
            <a:ext cx="3251200" cy="2212166"/>
          </a:xfrm>
        </p:spPr>
        <p:txBody>
          <a:bodyPr/>
          <a:lstStyle>
            <a:lvl1pPr marL="0" indent="0" algn="ctr">
              <a:lnSpc>
                <a:spcPct val="100000"/>
              </a:lnSpc>
              <a:buNone/>
              <a:defRPr/>
            </a:lvl1pPr>
          </a:lstStyle>
          <a:p>
            <a:pPr lvl="0"/>
            <a:r>
              <a:rPr lang="en-US"/>
              <a:t>Supporting text goes here. Change shape to preferred background </a:t>
            </a:r>
            <a:r>
              <a:rPr lang="en-US" err="1"/>
              <a:t>colour</a:t>
            </a:r>
            <a:r>
              <a:rPr lang="en-US"/>
              <a:t> before inserting an icon. </a:t>
            </a:r>
          </a:p>
        </p:txBody>
      </p:sp>
      <p:sp>
        <p:nvSpPr>
          <p:cNvPr id="13" name="Text Placeholder 9">
            <a:extLst>
              <a:ext uri="{FF2B5EF4-FFF2-40B4-BE49-F238E27FC236}">
                <a16:creationId xmlns:a16="http://schemas.microsoft.com/office/drawing/2014/main" id="{09ECF59E-500C-4172-89D4-A1C57F00AC7C}"/>
              </a:ext>
            </a:extLst>
          </p:cNvPr>
          <p:cNvSpPr>
            <a:spLocks noGrp="1"/>
          </p:cNvSpPr>
          <p:nvPr>
            <p:ph type="body" sz="quarter" idx="28" hasCustomPrompt="1"/>
          </p:nvPr>
        </p:nvSpPr>
        <p:spPr>
          <a:xfrm>
            <a:off x="8331200" y="3834611"/>
            <a:ext cx="3251200" cy="2212166"/>
          </a:xfrm>
        </p:spPr>
        <p:txBody>
          <a:bodyPr/>
          <a:lstStyle>
            <a:lvl1pPr marL="0" indent="0" algn="ctr">
              <a:lnSpc>
                <a:spcPct val="100000"/>
              </a:lnSpc>
              <a:buNone/>
              <a:defRPr/>
            </a:lvl1pPr>
          </a:lstStyle>
          <a:p>
            <a:pPr lvl="0"/>
            <a:r>
              <a:rPr lang="en-US"/>
              <a:t>Supporting text goes here. Change shape to preferred background </a:t>
            </a:r>
            <a:r>
              <a:rPr lang="en-US" err="1"/>
              <a:t>colour</a:t>
            </a:r>
            <a:r>
              <a:rPr lang="en-US"/>
              <a:t> before inserting an icon. </a:t>
            </a:r>
          </a:p>
        </p:txBody>
      </p:sp>
      <p:sp>
        <p:nvSpPr>
          <p:cNvPr id="18" name="Title 17">
            <a:extLst>
              <a:ext uri="{FF2B5EF4-FFF2-40B4-BE49-F238E27FC236}">
                <a16:creationId xmlns:a16="http://schemas.microsoft.com/office/drawing/2014/main" id="{8DE877E6-19A3-9CDB-6917-328A96A3D896}"/>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125606185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 Value Points">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6F65E95C-9C1A-45B9-A2D2-B58B0FB5236B}"/>
              </a:ext>
            </a:extLst>
          </p:cNvPr>
          <p:cNvSpPr>
            <a:spLocks noGrp="1"/>
          </p:cNvSpPr>
          <p:nvPr>
            <p:ph type="body" sz="quarter" idx="111" hasCustomPrompt="1"/>
          </p:nvPr>
        </p:nvSpPr>
        <p:spPr>
          <a:xfrm>
            <a:off x="609601" y="6200775"/>
            <a:ext cx="9753597"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70035"/>
            <a:ext cx="2514600" cy="22105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3429000" y="1470035"/>
            <a:ext cx="2514600" cy="2210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6248400" y="1470035"/>
            <a:ext cx="2514600" cy="22105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9067800" y="1470035"/>
            <a:ext cx="2514600" cy="2210579"/>
          </a:xfrm>
          <a:prstGeom prst="rect">
            <a:avLst/>
          </a:prstGeom>
          <a:solidFill>
            <a:srgbClr val="D8DF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7" name="Text Placeholder 9">
            <a:extLst>
              <a:ext uri="{FF2B5EF4-FFF2-40B4-BE49-F238E27FC236}">
                <a16:creationId xmlns:a16="http://schemas.microsoft.com/office/drawing/2014/main" id="{31A1C981-C34F-4AC8-BCBC-EF60A8404DE9}"/>
              </a:ext>
            </a:extLst>
          </p:cNvPr>
          <p:cNvSpPr>
            <a:spLocks noGrp="1"/>
          </p:cNvSpPr>
          <p:nvPr>
            <p:ph type="body" sz="quarter" idx="18" hasCustomPrompt="1"/>
          </p:nvPr>
        </p:nvSpPr>
        <p:spPr>
          <a:xfrm>
            <a:off x="609600" y="3834611"/>
            <a:ext cx="2514600" cy="2212166"/>
          </a:xfrm>
        </p:spPr>
        <p:txBody>
          <a:bodyPr/>
          <a:lstStyle>
            <a:lvl1pPr marL="0" indent="0" algn="ctr">
              <a:lnSpc>
                <a:spcPct val="100000"/>
              </a:lnSpc>
              <a:buNone/>
              <a:defRPr sz="2000"/>
            </a:lvl1pPr>
          </a:lstStyle>
          <a:p>
            <a:pPr lvl="0"/>
            <a:r>
              <a:rPr lang="en-US"/>
              <a:t>Supporting text goes here. Change shape to preferred background </a:t>
            </a:r>
            <a:r>
              <a:rPr lang="en-US" err="1"/>
              <a:t>colour</a:t>
            </a:r>
            <a:r>
              <a:rPr lang="en-US"/>
              <a:t> before inserting an icon. </a:t>
            </a:r>
          </a:p>
        </p:txBody>
      </p:sp>
      <p:sp>
        <p:nvSpPr>
          <p:cNvPr id="14" name="Text Placeholder 9">
            <a:extLst>
              <a:ext uri="{FF2B5EF4-FFF2-40B4-BE49-F238E27FC236}">
                <a16:creationId xmlns:a16="http://schemas.microsoft.com/office/drawing/2014/main" id="{E6C688A6-EC75-41E6-89E3-785616D8821B}"/>
              </a:ext>
            </a:extLst>
          </p:cNvPr>
          <p:cNvSpPr>
            <a:spLocks noGrp="1"/>
          </p:cNvSpPr>
          <p:nvPr>
            <p:ph type="body" sz="quarter" idx="30" hasCustomPrompt="1"/>
          </p:nvPr>
        </p:nvSpPr>
        <p:spPr>
          <a:xfrm>
            <a:off x="3429000" y="3834611"/>
            <a:ext cx="2514600" cy="2212166"/>
          </a:xfrm>
        </p:spPr>
        <p:txBody>
          <a:bodyPr/>
          <a:lstStyle>
            <a:lvl1pPr marL="0" indent="0" algn="ctr">
              <a:lnSpc>
                <a:spcPct val="100000"/>
              </a:lnSpc>
              <a:buNone/>
              <a:defRPr sz="2000"/>
            </a:lvl1pPr>
          </a:lstStyle>
          <a:p>
            <a:pPr lvl="0"/>
            <a:r>
              <a:rPr lang="en-US"/>
              <a:t>Supporting text goes here. Change shape to preferred background </a:t>
            </a:r>
            <a:r>
              <a:rPr lang="en-US" err="1"/>
              <a:t>colour</a:t>
            </a:r>
            <a:r>
              <a:rPr lang="en-US"/>
              <a:t> before inserting an icon. </a:t>
            </a:r>
          </a:p>
        </p:txBody>
      </p:sp>
      <p:sp>
        <p:nvSpPr>
          <p:cNvPr id="15" name="Text Placeholder 9">
            <a:extLst>
              <a:ext uri="{FF2B5EF4-FFF2-40B4-BE49-F238E27FC236}">
                <a16:creationId xmlns:a16="http://schemas.microsoft.com/office/drawing/2014/main" id="{6349FDEF-1604-484C-9A37-E1053654FA00}"/>
              </a:ext>
            </a:extLst>
          </p:cNvPr>
          <p:cNvSpPr>
            <a:spLocks noGrp="1"/>
          </p:cNvSpPr>
          <p:nvPr>
            <p:ph type="body" sz="quarter" idx="31" hasCustomPrompt="1"/>
          </p:nvPr>
        </p:nvSpPr>
        <p:spPr>
          <a:xfrm>
            <a:off x="6248400" y="3834611"/>
            <a:ext cx="2514600" cy="2212166"/>
          </a:xfrm>
        </p:spPr>
        <p:txBody>
          <a:bodyPr/>
          <a:lstStyle>
            <a:lvl1pPr marL="0" indent="0" algn="ctr">
              <a:lnSpc>
                <a:spcPct val="100000"/>
              </a:lnSpc>
              <a:buNone/>
              <a:defRPr sz="2000"/>
            </a:lvl1pPr>
          </a:lstStyle>
          <a:p>
            <a:pPr lvl="0"/>
            <a:r>
              <a:rPr lang="en-US"/>
              <a:t>Supporting text goes here. Change shape to preferred background </a:t>
            </a:r>
            <a:r>
              <a:rPr lang="en-US" err="1"/>
              <a:t>colour</a:t>
            </a:r>
            <a:r>
              <a:rPr lang="en-US"/>
              <a:t> before inserting an icon. </a:t>
            </a:r>
          </a:p>
        </p:txBody>
      </p:sp>
      <p:sp>
        <p:nvSpPr>
          <p:cNvPr id="16" name="Text Placeholder 9">
            <a:extLst>
              <a:ext uri="{FF2B5EF4-FFF2-40B4-BE49-F238E27FC236}">
                <a16:creationId xmlns:a16="http://schemas.microsoft.com/office/drawing/2014/main" id="{10DF9533-79B3-42E2-8B9E-0451E535180B}"/>
              </a:ext>
            </a:extLst>
          </p:cNvPr>
          <p:cNvSpPr>
            <a:spLocks noGrp="1"/>
          </p:cNvSpPr>
          <p:nvPr>
            <p:ph type="body" sz="quarter" idx="32" hasCustomPrompt="1"/>
          </p:nvPr>
        </p:nvSpPr>
        <p:spPr>
          <a:xfrm>
            <a:off x="9067800" y="3834611"/>
            <a:ext cx="2514600" cy="2212166"/>
          </a:xfrm>
        </p:spPr>
        <p:txBody>
          <a:bodyPr/>
          <a:lstStyle>
            <a:lvl1pPr marL="0" indent="0" algn="ctr">
              <a:lnSpc>
                <a:spcPct val="100000"/>
              </a:lnSpc>
              <a:buNone/>
              <a:defRPr sz="2000"/>
            </a:lvl1pPr>
          </a:lstStyle>
          <a:p>
            <a:pPr lvl="0"/>
            <a:r>
              <a:rPr lang="en-US"/>
              <a:t>Supporting text goes here. Change shape to preferred background </a:t>
            </a:r>
            <a:r>
              <a:rPr lang="en-US" err="1"/>
              <a:t>colour</a:t>
            </a:r>
            <a:r>
              <a:rPr lang="en-US"/>
              <a:t> before inserting an icon. </a:t>
            </a:r>
          </a:p>
        </p:txBody>
      </p:sp>
      <p:sp>
        <p:nvSpPr>
          <p:cNvPr id="22" name="Title 21">
            <a:extLst>
              <a:ext uri="{FF2B5EF4-FFF2-40B4-BE49-F238E27FC236}">
                <a16:creationId xmlns:a16="http://schemas.microsoft.com/office/drawing/2014/main" id="{0FEAEA71-7FEF-7144-F5E1-53D6946C57EB}"/>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203600393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 Value Points">
    <p:spTree>
      <p:nvGrpSpPr>
        <p:cNvPr id="1" name=""/>
        <p:cNvGrpSpPr/>
        <p:nvPr/>
      </p:nvGrpSpPr>
      <p:grpSpPr>
        <a:xfrm>
          <a:off x="0" y="0"/>
          <a:ext cx="0" cy="0"/>
          <a:chOff x="0" y="0"/>
          <a:chExt cx="0" cy="0"/>
        </a:xfrm>
      </p:grpSpPr>
      <p:sp>
        <p:nvSpPr>
          <p:cNvPr id="17" name="Text Placeholder 96">
            <a:extLst>
              <a:ext uri="{FF2B5EF4-FFF2-40B4-BE49-F238E27FC236}">
                <a16:creationId xmlns:a16="http://schemas.microsoft.com/office/drawing/2014/main" id="{E55FEA9E-88F1-4D2F-9402-729ADDB70C5C}"/>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68437"/>
            <a:ext cx="1950720" cy="22105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2865120" y="1468437"/>
            <a:ext cx="1950720" cy="22105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5120640" y="1468437"/>
            <a:ext cx="1950720" cy="22105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7376160" y="1468437"/>
            <a:ext cx="1950720" cy="22105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5" name="Picture Placeholder 18">
            <a:extLst>
              <a:ext uri="{FF2B5EF4-FFF2-40B4-BE49-F238E27FC236}">
                <a16:creationId xmlns:a16="http://schemas.microsoft.com/office/drawing/2014/main" id="{1DFC729E-ACCA-470B-9E2F-8BB96EC99FA7}"/>
              </a:ext>
            </a:extLst>
          </p:cNvPr>
          <p:cNvSpPr>
            <a:spLocks noGrp="1"/>
          </p:cNvSpPr>
          <p:nvPr>
            <p:ph type="pic" sz="quarter" idx="30" hasCustomPrompt="1"/>
          </p:nvPr>
        </p:nvSpPr>
        <p:spPr>
          <a:xfrm>
            <a:off x="9631680" y="1468437"/>
            <a:ext cx="1950720" cy="2210589"/>
          </a:xfrm>
          <a:prstGeom prst="rect">
            <a:avLst/>
          </a:prstGeom>
          <a:solidFill>
            <a:srgbClr val="D8DF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6" name="Text Placeholder 9">
            <a:extLst>
              <a:ext uri="{FF2B5EF4-FFF2-40B4-BE49-F238E27FC236}">
                <a16:creationId xmlns:a16="http://schemas.microsoft.com/office/drawing/2014/main" id="{D71BD9E1-B9EE-42D7-BC3C-DA841714C776}"/>
              </a:ext>
            </a:extLst>
          </p:cNvPr>
          <p:cNvSpPr>
            <a:spLocks noGrp="1"/>
          </p:cNvSpPr>
          <p:nvPr>
            <p:ph type="body" sz="quarter" idx="18" hasCustomPrompt="1"/>
          </p:nvPr>
        </p:nvSpPr>
        <p:spPr>
          <a:xfrm>
            <a:off x="609600" y="3834611"/>
            <a:ext cx="1950720" cy="2210567"/>
          </a:xfrm>
        </p:spPr>
        <p:txBody>
          <a:bodyPr/>
          <a:lstStyle>
            <a:lvl1pPr marL="0" indent="0" algn="ctr">
              <a:lnSpc>
                <a:spcPct val="100000"/>
              </a:lnSpc>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3" name="Text Placeholder 9">
            <a:extLst>
              <a:ext uri="{FF2B5EF4-FFF2-40B4-BE49-F238E27FC236}">
                <a16:creationId xmlns:a16="http://schemas.microsoft.com/office/drawing/2014/main" id="{6CCE0E71-4EE2-4453-811E-324C358A3D52}"/>
              </a:ext>
            </a:extLst>
          </p:cNvPr>
          <p:cNvSpPr>
            <a:spLocks noGrp="1"/>
          </p:cNvSpPr>
          <p:nvPr>
            <p:ph type="body" sz="quarter" idx="32" hasCustomPrompt="1"/>
          </p:nvPr>
        </p:nvSpPr>
        <p:spPr>
          <a:xfrm>
            <a:off x="2865120" y="3834611"/>
            <a:ext cx="1950720" cy="2210567"/>
          </a:xfrm>
        </p:spPr>
        <p:txBody>
          <a:bodyPr/>
          <a:lstStyle>
            <a:lvl1pPr marL="0" indent="0" algn="ctr">
              <a:lnSpc>
                <a:spcPct val="100000"/>
              </a:lnSpc>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4" name="Text Placeholder 9">
            <a:extLst>
              <a:ext uri="{FF2B5EF4-FFF2-40B4-BE49-F238E27FC236}">
                <a16:creationId xmlns:a16="http://schemas.microsoft.com/office/drawing/2014/main" id="{029DFBF2-A17F-4774-A847-25FC10C36767}"/>
              </a:ext>
            </a:extLst>
          </p:cNvPr>
          <p:cNvSpPr>
            <a:spLocks noGrp="1"/>
          </p:cNvSpPr>
          <p:nvPr>
            <p:ph type="body" sz="quarter" idx="33" hasCustomPrompt="1"/>
          </p:nvPr>
        </p:nvSpPr>
        <p:spPr>
          <a:xfrm>
            <a:off x="5120640" y="3834611"/>
            <a:ext cx="1950720" cy="2210567"/>
          </a:xfrm>
        </p:spPr>
        <p:txBody>
          <a:bodyPr/>
          <a:lstStyle>
            <a:lvl1pPr marL="0" indent="0" algn="ctr">
              <a:lnSpc>
                <a:spcPct val="100000"/>
              </a:lnSpc>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5" name="Text Placeholder 9">
            <a:extLst>
              <a:ext uri="{FF2B5EF4-FFF2-40B4-BE49-F238E27FC236}">
                <a16:creationId xmlns:a16="http://schemas.microsoft.com/office/drawing/2014/main" id="{D72086D3-E443-4D05-8160-29E2B792B70A}"/>
              </a:ext>
            </a:extLst>
          </p:cNvPr>
          <p:cNvSpPr>
            <a:spLocks noGrp="1"/>
          </p:cNvSpPr>
          <p:nvPr>
            <p:ph type="body" sz="quarter" idx="34" hasCustomPrompt="1"/>
          </p:nvPr>
        </p:nvSpPr>
        <p:spPr>
          <a:xfrm>
            <a:off x="7376160" y="3834611"/>
            <a:ext cx="1950720" cy="2210567"/>
          </a:xfrm>
        </p:spPr>
        <p:txBody>
          <a:bodyPr/>
          <a:lstStyle>
            <a:lvl1pPr marL="0" indent="0" algn="ctr">
              <a:lnSpc>
                <a:spcPct val="100000"/>
              </a:lnSpc>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7" name="Text Placeholder 9">
            <a:extLst>
              <a:ext uri="{FF2B5EF4-FFF2-40B4-BE49-F238E27FC236}">
                <a16:creationId xmlns:a16="http://schemas.microsoft.com/office/drawing/2014/main" id="{D7CFDA92-B7D3-45FE-997C-88AF5348E988}"/>
              </a:ext>
            </a:extLst>
          </p:cNvPr>
          <p:cNvSpPr>
            <a:spLocks noGrp="1"/>
          </p:cNvSpPr>
          <p:nvPr>
            <p:ph type="body" sz="quarter" idx="35" hasCustomPrompt="1"/>
          </p:nvPr>
        </p:nvSpPr>
        <p:spPr>
          <a:xfrm>
            <a:off x="9631680" y="3834611"/>
            <a:ext cx="1950720" cy="2210567"/>
          </a:xfrm>
        </p:spPr>
        <p:txBody>
          <a:bodyPr/>
          <a:lstStyle>
            <a:lvl1pPr marL="0" indent="0" algn="ctr">
              <a:lnSpc>
                <a:spcPct val="100000"/>
              </a:lnSpc>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31" name="Title 30">
            <a:extLst>
              <a:ext uri="{FF2B5EF4-FFF2-40B4-BE49-F238E27FC236}">
                <a16:creationId xmlns:a16="http://schemas.microsoft.com/office/drawing/2014/main" id="{53780E30-FF24-C3EC-27E9-F2A103A69583}"/>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112564089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FA623EFF-7CE7-F648-8FCD-6272DCC6DDEC}"/>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8753438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Statement Alternative 1">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6609751-3768-DF2E-D9AC-98074A4A96AF}"/>
              </a:ext>
            </a:extLst>
          </p:cNvPr>
          <p:cNvSpPr/>
          <p:nvPr userDrawn="1"/>
        </p:nvSpPr>
        <p:spPr>
          <a:xfrm>
            <a:off x="0" y="-1"/>
            <a:ext cx="609600"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35" name="Picture Placeholder 34">
            <a:extLst>
              <a:ext uri="{FF2B5EF4-FFF2-40B4-BE49-F238E27FC236}">
                <a16:creationId xmlns:a16="http://schemas.microsoft.com/office/drawing/2014/main" id="{3AE41C11-E666-4A3A-8B9C-2D20733917DD}"/>
              </a:ext>
            </a:extLst>
          </p:cNvPr>
          <p:cNvSpPr>
            <a:spLocks noGrp="1"/>
          </p:cNvSpPr>
          <p:nvPr>
            <p:ph type="pic" sz="quarter" idx="36" hasCustomPrompt="1"/>
          </p:nvPr>
        </p:nvSpPr>
        <p:spPr>
          <a:xfrm>
            <a:off x="6096000" y="-1"/>
            <a:ext cx="6096000" cy="6858001"/>
          </a:xfrm>
          <a:prstGeom prst="rect">
            <a:avLst/>
          </a:prstGeom>
          <a:solidFill>
            <a:srgbClr val="D8DFDE"/>
          </a:solidFill>
        </p:spPr>
        <p:txBody>
          <a:bodyPr wrap="square" lIns="0" tIns="0" bIns="936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2" name="Date Placeholder 1">
            <a:extLst>
              <a:ext uri="{FF2B5EF4-FFF2-40B4-BE49-F238E27FC236}">
                <a16:creationId xmlns:a16="http://schemas.microsoft.com/office/drawing/2014/main" id="{E465CAD3-E638-495B-86BB-AC828CDE2A8C}"/>
              </a:ext>
            </a:extLst>
          </p:cNvPr>
          <p:cNvSpPr>
            <a:spLocks noGrp="1"/>
          </p:cNvSpPr>
          <p:nvPr>
            <p:ph type="dt" sz="half" idx="15"/>
          </p:nvPr>
        </p:nvSpPr>
        <p:spPr/>
        <p:txBody>
          <a:bodyPr>
            <a:noAutofit/>
          </a:bodyPr>
          <a:lstStyle>
            <a:lvl1pPr>
              <a:lnSpc>
                <a:spcPct val="100000"/>
              </a:lnSpc>
              <a:defRPr>
                <a:solidFill>
                  <a:schemeClr val="bg1"/>
                </a:solidFill>
              </a:defRPr>
            </a:lvl1pPr>
          </a:lstStyle>
          <a:p>
            <a:endParaRPr lang="en-GB"/>
          </a:p>
        </p:txBody>
      </p:sp>
      <p:sp>
        <p:nvSpPr>
          <p:cNvPr id="11" name="Title 10">
            <a:extLst>
              <a:ext uri="{FF2B5EF4-FFF2-40B4-BE49-F238E27FC236}">
                <a16:creationId xmlns:a16="http://schemas.microsoft.com/office/drawing/2014/main" id="{72DF5099-62D1-4656-B26C-07955959FEF9}"/>
              </a:ext>
            </a:extLst>
          </p:cNvPr>
          <p:cNvSpPr>
            <a:spLocks noGrp="1"/>
          </p:cNvSpPr>
          <p:nvPr>
            <p:ph type="title" hasCustomPrompt="1"/>
          </p:nvPr>
        </p:nvSpPr>
        <p:spPr>
          <a:xfrm>
            <a:off x="609600" y="0"/>
            <a:ext cx="5486400" cy="6858000"/>
          </a:xfrm>
          <a:prstGeom prst="rect">
            <a:avLst/>
          </a:prstGeom>
          <a:solidFill>
            <a:schemeClr val="accent1"/>
          </a:solidFill>
        </p:spPr>
        <p:txBody>
          <a:bodyPr wrap="square" lIns="608400" tIns="608400" rIns="608400" anchor="t" anchorCtr="0">
            <a:normAutofit/>
          </a:bodyPr>
          <a:lstStyle>
            <a:lvl1pPr algn="l">
              <a:lnSpc>
                <a:spcPct val="100000"/>
              </a:lnSpc>
              <a:defRPr>
                <a:solidFill>
                  <a:schemeClr val="bg1"/>
                </a:solidFill>
              </a:defRPr>
            </a:lvl1pPr>
          </a:lstStyle>
          <a:p>
            <a:r>
              <a:rPr lang="en-US"/>
              <a:t>Click to add </a:t>
            </a:r>
            <a:br>
              <a:rPr lang="en-US"/>
            </a:br>
            <a:r>
              <a:rPr lang="en-US"/>
              <a:t>key statement</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noAutofit/>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32560372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Key Statement Alternativ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C80CC8-CC90-EB89-6F83-461192B0FFB4}"/>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8" name="Picture Placeholder 7">
            <a:extLst>
              <a:ext uri="{FF2B5EF4-FFF2-40B4-BE49-F238E27FC236}">
                <a16:creationId xmlns:a16="http://schemas.microsoft.com/office/drawing/2014/main" id="{AB5A9CEC-A00C-3897-A983-6DFF92EE7CB3}"/>
              </a:ext>
            </a:extLst>
          </p:cNvPr>
          <p:cNvSpPr>
            <a:spLocks noGrp="1"/>
          </p:cNvSpPr>
          <p:nvPr>
            <p:ph type="pic" sz="quarter" idx="36" hasCustomPrompt="1"/>
          </p:nvPr>
        </p:nvSpPr>
        <p:spPr>
          <a:xfrm>
            <a:off x="0" y="-1"/>
            <a:ext cx="12192000" cy="6858001"/>
          </a:xfrm>
          <a:custGeom>
            <a:avLst/>
            <a:gdLst>
              <a:gd name="connsiteX0" fmla="*/ 11803733 w 12192000"/>
              <a:gd name="connsiteY0" fmla="*/ 6429742 h 6858001"/>
              <a:gd name="connsiteX1" fmla="*/ 11782401 w 12192000"/>
              <a:gd name="connsiteY1" fmla="*/ 6454900 h 6858001"/>
              <a:gd name="connsiteX2" fmla="*/ 11837032 w 12192000"/>
              <a:gd name="connsiteY2" fmla="*/ 6533487 h 6858001"/>
              <a:gd name="connsiteX3" fmla="*/ 11894265 w 12192000"/>
              <a:gd name="connsiteY3" fmla="*/ 6526484 h 6858001"/>
              <a:gd name="connsiteX4" fmla="*/ 11895045 w 12192000"/>
              <a:gd name="connsiteY4" fmla="*/ 6522335 h 6858001"/>
              <a:gd name="connsiteX5" fmla="*/ 11899208 w 12192000"/>
              <a:gd name="connsiteY5" fmla="*/ 6494323 h 6858001"/>
              <a:gd name="connsiteX6" fmla="*/ 11865388 w 12192000"/>
              <a:gd name="connsiteY6" fmla="*/ 6479799 h 6858001"/>
              <a:gd name="connsiteX7" fmla="*/ 11867730 w 12192000"/>
              <a:gd name="connsiteY7" fmla="*/ 6515851 h 6858001"/>
              <a:gd name="connsiteX8" fmla="*/ 11867730 w 12192000"/>
              <a:gd name="connsiteY8" fmla="*/ 6520260 h 6858001"/>
              <a:gd name="connsiteX9" fmla="*/ 11851080 w 12192000"/>
              <a:gd name="connsiteY9" fmla="*/ 6531412 h 6858001"/>
              <a:gd name="connsiteX10" fmla="*/ 11795148 w 12192000"/>
              <a:gd name="connsiteY10" fmla="*/ 6448416 h 6858001"/>
              <a:gd name="connsiteX11" fmla="*/ 11796449 w 12192000"/>
              <a:gd name="connsiteY11" fmla="*/ 6447120 h 6858001"/>
              <a:gd name="connsiteX12" fmla="*/ 11797229 w 12192000"/>
              <a:gd name="connsiteY12" fmla="*/ 6447638 h 6858001"/>
              <a:gd name="connsiteX13" fmla="*/ 11797490 w 12192000"/>
              <a:gd name="connsiteY13" fmla="*/ 6447638 h 6858001"/>
              <a:gd name="connsiteX14" fmla="*/ 11865128 w 12192000"/>
              <a:gd name="connsiteY14" fmla="*/ 6475131 h 6858001"/>
              <a:gd name="connsiteX15" fmla="*/ 11899468 w 12192000"/>
              <a:gd name="connsiteY15" fmla="*/ 6489914 h 6858001"/>
              <a:gd name="connsiteX16" fmla="*/ 11926523 w 12192000"/>
              <a:gd name="connsiteY16" fmla="*/ 6502882 h 6858001"/>
              <a:gd name="connsiteX17" fmla="*/ 11938750 w 12192000"/>
              <a:gd name="connsiteY17" fmla="*/ 6519741 h 6858001"/>
              <a:gd name="connsiteX18" fmla="*/ 11786823 w 12192000"/>
              <a:gd name="connsiteY18" fmla="*/ 6632823 h 6858001"/>
              <a:gd name="connsiteX19" fmla="*/ 11786303 w 12192000"/>
              <a:gd name="connsiteY19" fmla="*/ 6633342 h 6858001"/>
              <a:gd name="connsiteX20" fmla="*/ 11785263 w 12192000"/>
              <a:gd name="connsiteY20" fmla="*/ 6634898 h 6858001"/>
              <a:gd name="connsiteX21" fmla="*/ 11785002 w 12192000"/>
              <a:gd name="connsiteY21" fmla="*/ 6635417 h 6858001"/>
              <a:gd name="connsiteX22" fmla="*/ 11780320 w 12192000"/>
              <a:gd name="connsiteY22" fmla="*/ 6649681 h 6858001"/>
              <a:gd name="connsiteX23" fmla="*/ 11799311 w 12192000"/>
              <a:gd name="connsiteY23" fmla="*/ 6673543 h 6858001"/>
              <a:gd name="connsiteX24" fmla="*/ 11812058 w 12192000"/>
              <a:gd name="connsiteY24" fmla="*/ 6675877 h 6858001"/>
              <a:gd name="connsiteX25" fmla="*/ 11814659 w 12192000"/>
              <a:gd name="connsiteY25" fmla="*/ 6676136 h 6858001"/>
              <a:gd name="connsiteX26" fmla="*/ 11940832 w 12192000"/>
              <a:gd name="connsiteY26" fmla="*/ 6651238 h 6858001"/>
              <a:gd name="connsiteX27" fmla="*/ 11950457 w 12192000"/>
              <a:gd name="connsiteY27" fmla="*/ 6625042 h 6858001"/>
              <a:gd name="connsiteX28" fmla="*/ 11906492 w 12192000"/>
              <a:gd name="connsiteY28" fmla="*/ 6599365 h 6858001"/>
              <a:gd name="connsiteX29" fmla="*/ 11897127 w 12192000"/>
              <a:gd name="connsiteY29" fmla="*/ 6605590 h 6858001"/>
              <a:gd name="connsiteX30" fmla="*/ 11932247 w 12192000"/>
              <a:gd name="connsiteY30" fmla="*/ 6628932 h 6858001"/>
              <a:gd name="connsiteX31" fmla="*/ 11930426 w 12192000"/>
              <a:gd name="connsiteY31" fmla="*/ 6632564 h 6858001"/>
              <a:gd name="connsiteX32" fmla="*/ 11928084 w 12192000"/>
              <a:gd name="connsiteY32" fmla="*/ 6632564 h 6858001"/>
              <a:gd name="connsiteX33" fmla="*/ 11850560 w 12192000"/>
              <a:gd name="connsiteY33" fmla="*/ 6637751 h 6858001"/>
              <a:gd name="connsiteX34" fmla="*/ 11843276 w 12192000"/>
              <a:gd name="connsiteY34" fmla="*/ 6638010 h 6858001"/>
              <a:gd name="connsiteX35" fmla="*/ 11855243 w 12192000"/>
              <a:gd name="connsiteY35" fmla="*/ 6628414 h 6858001"/>
              <a:gd name="connsiteX36" fmla="*/ 11978293 w 12192000"/>
              <a:gd name="connsiteY36" fmla="*/ 6546196 h 6858001"/>
              <a:gd name="connsiteX37" fmla="*/ 11948116 w 12192000"/>
              <a:gd name="connsiteY37" fmla="*/ 6467868 h 6858001"/>
              <a:gd name="connsiteX38" fmla="*/ 11803733 w 12192000"/>
              <a:gd name="connsiteY38" fmla="*/ 6429742 h 6858001"/>
              <a:gd name="connsiteX39" fmla="*/ 11866168 w 12192000"/>
              <a:gd name="connsiteY39" fmla="*/ 6319847 h 6858001"/>
              <a:gd name="connsiteX40" fmla="*/ 11748459 w 12192000"/>
              <a:gd name="connsiteY40" fmla="*/ 6424688 h 6858001"/>
              <a:gd name="connsiteX41" fmla="*/ 11704449 w 12192000"/>
              <a:gd name="connsiteY41" fmla="*/ 6493457 h 6858001"/>
              <a:gd name="connsiteX42" fmla="*/ 11722938 w 12192000"/>
              <a:gd name="connsiteY42" fmla="*/ 6514217 h 6858001"/>
              <a:gd name="connsiteX43" fmla="*/ 11844033 w 12192000"/>
              <a:gd name="connsiteY43" fmla="*/ 6576758 h 6858001"/>
              <a:gd name="connsiteX44" fmla="*/ 11853668 w 12192000"/>
              <a:gd name="connsiteY44" fmla="*/ 6570790 h 6858001"/>
              <a:gd name="connsiteX45" fmla="*/ 11746376 w 12192000"/>
              <a:gd name="connsiteY45" fmla="*/ 6511622 h 6858001"/>
              <a:gd name="connsiteX46" fmla="*/ 11729709 w 12192000"/>
              <a:gd name="connsiteY46" fmla="*/ 6496052 h 6858001"/>
              <a:gd name="connsiteX47" fmla="*/ 11759397 w 12192000"/>
              <a:gd name="connsiteY47" fmla="*/ 6464911 h 6858001"/>
              <a:gd name="connsiteX48" fmla="*/ 11775803 w 12192000"/>
              <a:gd name="connsiteY48" fmla="*/ 6448562 h 6858001"/>
              <a:gd name="connsiteX49" fmla="*/ 11777887 w 12192000"/>
              <a:gd name="connsiteY49" fmla="*/ 6431694 h 6858001"/>
              <a:gd name="connsiteX50" fmla="*/ 11799241 w 12192000"/>
              <a:gd name="connsiteY50" fmla="*/ 6424947 h 6858001"/>
              <a:gd name="connsiteX51" fmla="*/ 11827366 w 12192000"/>
              <a:gd name="connsiteY51" fmla="*/ 6396661 h 6858001"/>
              <a:gd name="connsiteX52" fmla="*/ 11850283 w 12192000"/>
              <a:gd name="connsiteY52" fmla="*/ 6378755 h 6858001"/>
              <a:gd name="connsiteX53" fmla="*/ 11856793 w 12192000"/>
              <a:gd name="connsiteY53" fmla="*/ 6391211 h 6858001"/>
              <a:gd name="connsiteX54" fmla="*/ 11861741 w 12192000"/>
              <a:gd name="connsiteY54" fmla="*/ 6436625 h 6858001"/>
              <a:gd name="connsiteX55" fmla="*/ 11900804 w 12192000"/>
              <a:gd name="connsiteY55" fmla="*/ 6447524 h 6858001"/>
              <a:gd name="connsiteX56" fmla="*/ 11866168 w 12192000"/>
              <a:gd name="connsiteY56" fmla="*/ 6319847 h 6858001"/>
              <a:gd name="connsiteX57" fmla="*/ 0 w 12192000"/>
              <a:gd name="connsiteY57" fmla="*/ 0 h 6858001"/>
              <a:gd name="connsiteX58" fmla="*/ 12192000 w 12192000"/>
              <a:gd name="connsiteY58" fmla="*/ 0 h 6858001"/>
              <a:gd name="connsiteX59" fmla="*/ 12192000 w 12192000"/>
              <a:gd name="connsiteY59" fmla="*/ 6858001 h 6858001"/>
              <a:gd name="connsiteX60" fmla="*/ 609601 w 12192000"/>
              <a:gd name="connsiteY60" fmla="*/ 6858001 h 6858001"/>
              <a:gd name="connsiteX61" fmla="*/ 609601 w 12192000"/>
              <a:gd name="connsiteY61" fmla="*/ 1 h 6858001"/>
              <a:gd name="connsiteX62" fmla="*/ 0 w 12192000"/>
              <a:gd name="connsiteY62"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1">
                <a:moveTo>
                  <a:pt x="11803733" y="6429742"/>
                </a:moveTo>
                <a:cubicBezTo>
                  <a:pt x="11782401" y="6426889"/>
                  <a:pt x="11773816" y="6434670"/>
                  <a:pt x="11782401" y="6454900"/>
                </a:cubicBezTo>
                <a:cubicBezTo>
                  <a:pt x="11791246" y="6474871"/>
                  <a:pt x="11813619" y="6508329"/>
                  <a:pt x="11837032" y="6533487"/>
                </a:cubicBezTo>
                <a:cubicBezTo>
                  <a:pt x="11860706" y="6558386"/>
                  <a:pt x="11886200" y="6565389"/>
                  <a:pt x="11894265" y="6526484"/>
                </a:cubicBezTo>
                <a:cubicBezTo>
                  <a:pt x="11894525" y="6525188"/>
                  <a:pt x="11894785" y="6523891"/>
                  <a:pt x="11895045" y="6522335"/>
                </a:cubicBezTo>
                <a:cubicBezTo>
                  <a:pt x="11896866" y="6512479"/>
                  <a:pt x="11898427" y="6502882"/>
                  <a:pt x="11899208" y="6494323"/>
                </a:cubicBezTo>
                <a:cubicBezTo>
                  <a:pt x="11888802" y="6489655"/>
                  <a:pt x="11877095" y="6484727"/>
                  <a:pt x="11865388" y="6479799"/>
                </a:cubicBezTo>
                <a:cubicBezTo>
                  <a:pt x="11866169" y="6488617"/>
                  <a:pt x="11867209" y="6503920"/>
                  <a:pt x="11867730" y="6515851"/>
                </a:cubicBezTo>
                <a:cubicBezTo>
                  <a:pt x="11867730" y="6517147"/>
                  <a:pt x="11867730" y="6518704"/>
                  <a:pt x="11867730" y="6520260"/>
                </a:cubicBezTo>
                <a:cubicBezTo>
                  <a:pt x="11868510" y="6539193"/>
                  <a:pt x="11862006" y="6539193"/>
                  <a:pt x="11851080" y="6531412"/>
                </a:cubicBezTo>
                <a:cubicBezTo>
                  <a:pt x="11838333" y="6522335"/>
                  <a:pt x="11799571" y="6471240"/>
                  <a:pt x="11795148" y="6448416"/>
                </a:cubicBezTo>
                <a:cubicBezTo>
                  <a:pt x="11794888" y="6447120"/>
                  <a:pt x="11795668" y="6446860"/>
                  <a:pt x="11796449" y="6447120"/>
                </a:cubicBezTo>
                <a:cubicBezTo>
                  <a:pt x="11796709" y="6447379"/>
                  <a:pt x="11796969" y="6447379"/>
                  <a:pt x="11797229" y="6447638"/>
                </a:cubicBezTo>
                <a:cubicBezTo>
                  <a:pt x="11797229" y="6447638"/>
                  <a:pt x="11797229" y="6447638"/>
                  <a:pt x="11797490" y="6447638"/>
                </a:cubicBezTo>
                <a:cubicBezTo>
                  <a:pt x="11806074" y="6451010"/>
                  <a:pt x="11835471" y="6462681"/>
                  <a:pt x="11865128" y="6475131"/>
                </a:cubicBezTo>
                <a:cubicBezTo>
                  <a:pt x="11876835" y="6480059"/>
                  <a:pt x="11888802" y="6485246"/>
                  <a:pt x="11899468" y="6489914"/>
                </a:cubicBezTo>
                <a:cubicBezTo>
                  <a:pt x="11910134" y="6494583"/>
                  <a:pt x="11919499" y="6499251"/>
                  <a:pt x="11926523" y="6502882"/>
                </a:cubicBezTo>
                <a:cubicBezTo>
                  <a:pt x="11939271" y="6509626"/>
                  <a:pt x="11944213" y="6514294"/>
                  <a:pt x="11938750" y="6519741"/>
                </a:cubicBezTo>
                <a:cubicBezTo>
                  <a:pt x="11912215" y="6546974"/>
                  <a:pt x="11818822" y="6585360"/>
                  <a:pt x="11786823" y="6632823"/>
                </a:cubicBezTo>
                <a:cubicBezTo>
                  <a:pt x="11786823" y="6632823"/>
                  <a:pt x="11786563" y="6633082"/>
                  <a:pt x="11786303" y="6633342"/>
                </a:cubicBezTo>
                <a:cubicBezTo>
                  <a:pt x="11786043" y="6633860"/>
                  <a:pt x="11785523" y="6634379"/>
                  <a:pt x="11785263" y="6634898"/>
                </a:cubicBezTo>
                <a:cubicBezTo>
                  <a:pt x="11785263" y="6635157"/>
                  <a:pt x="11785263" y="6635417"/>
                  <a:pt x="11785002" y="6635417"/>
                </a:cubicBezTo>
                <a:cubicBezTo>
                  <a:pt x="11783442" y="6638529"/>
                  <a:pt x="11781100" y="6643457"/>
                  <a:pt x="11780320" y="6649681"/>
                </a:cubicBezTo>
                <a:cubicBezTo>
                  <a:pt x="11779019" y="6660056"/>
                  <a:pt x="11784482" y="6669652"/>
                  <a:pt x="11799311" y="6673543"/>
                </a:cubicBezTo>
                <a:cubicBezTo>
                  <a:pt x="11803213" y="6674580"/>
                  <a:pt x="11807375" y="6675358"/>
                  <a:pt x="11812058" y="6675877"/>
                </a:cubicBezTo>
                <a:cubicBezTo>
                  <a:pt x="11812838" y="6676136"/>
                  <a:pt x="11813879" y="6676136"/>
                  <a:pt x="11814659" y="6676136"/>
                </a:cubicBezTo>
                <a:cubicBezTo>
                  <a:pt x="11843536" y="6677433"/>
                  <a:pt x="11918199" y="6661093"/>
                  <a:pt x="11940832" y="6651238"/>
                </a:cubicBezTo>
                <a:cubicBezTo>
                  <a:pt x="11964245" y="6640863"/>
                  <a:pt x="11957221" y="6630489"/>
                  <a:pt x="11950457" y="6625042"/>
                </a:cubicBezTo>
                <a:cubicBezTo>
                  <a:pt x="11945254" y="6620892"/>
                  <a:pt x="11919239" y="6606368"/>
                  <a:pt x="11906492" y="6599365"/>
                </a:cubicBezTo>
                <a:cubicBezTo>
                  <a:pt x="11903110" y="6601699"/>
                  <a:pt x="11900508" y="6603256"/>
                  <a:pt x="11897127" y="6605590"/>
                </a:cubicBezTo>
                <a:cubicBezTo>
                  <a:pt x="11918719" y="6618558"/>
                  <a:pt x="11927304" y="6625042"/>
                  <a:pt x="11932247" y="6628932"/>
                </a:cubicBezTo>
                <a:cubicBezTo>
                  <a:pt x="11934328" y="6630489"/>
                  <a:pt x="11933287" y="6632304"/>
                  <a:pt x="11930426" y="6632564"/>
                </a:cubicBezTo>
                <a:cubicBezTo>
                  <a:pt x="11929645" y="6632564"/>
                  <a:pt x="11928865" y="6632564"/>
                  <a:pt x="11928084" y="6632564"/>
                </a:cubicBezTo>
                <a:cubicBezTo>
                  <a:pt x="11907532" y="6634120"/>
                  <a:pt x="11868770" y="6636713"/>
                  <a:pt x="11850560" y="6637751"/>
                </a:cubicBezTo>
                <a:cubicBezTo>
                  <a:pt x="11847958" y="6638010"/>
                  <a:pt x="11844837" y="6638010"/>
                  <a:pt x="11843276" y="6638010"/>
                </a:cubicBezTo>
                <a:cubicBezTo>
                  <a:pt x="11847698" y="6633860"/>
                  <a:pt x="11852641" y="6630229"/>
                  <a:pt x="11855243" y="6628414"/>
                </a:cubicBezTo>
                <a:cubicBezTo>
                  <a:pt x="11894265" y="6600921"/>
                  <a:pt x="11959042" y="6562536"/>
                  <a:pt x="11978293" y="6546196"/>
                </a:cubicBezTo>
                <a:cubicBezTo>
                  <a:pt x="11992341" y="6534006"/>
                  <a:pt x="12030843" y="6496917"/>
                  <a:pt x="11948116" y="6467868"/>
                </a:cubicBezTo>
                <a:cubicBezTo>
                  <a:pt x="11924442" y="6459828"/>
                  <a:pt x="11865649" y="6438042"/>
                  <a:pt x="11803733" y="6429742"/>
                </a:cubicBezTo>
                <a:close/>
                <a:moveTo>
                  <a:pt x="11866168" y="6319847"/>
                </a:moveTo>
                <a:cubicBezTo>
                  <a:pt x="11846116" y="6317252"/>
                  <a:pt x="11815908" y="6342424"/>
                  <a:pt x="11748459" y="6424688"/>
                </a:cubicBezTo>
                <a:cubicBezTo>
                  <a:pt x="11735959" y="6439739"/>
                  <a:pt x="11706792" y="6476589"/>
                  <a:pt x="11704449" y="6493457"/>
                </a:cubicBezTo>
                <a:cubicBezTo>
                  <a:pt x="11702886" y="6505394"/>
                  <a:pt x="11715647" y="6510584"/>
                  <a:pt x="11722938" y="6514217"/>
                </a:cubicBezTo>
                <a:cubicBezTo>
                  <a:pt x="11729709" y="6517850"/>
                  <a:pt x="11807835" y="6556517"/>
                  <a:pt x="11844033" y="6576758"/>
                </a:cubicBezTo>
                <a:cubicBezTo>
                  <a:pt x="11847158" y="6574682"/>
                  <a:pt x="11850283" y="6572606"/>
                  <a:pt x="11853668" y="6570790"/>
                </a:cubicBezTo>
                <a:cubicBezTo>
                  <a:pt x="11832054" y="6559112"/>
                  <a:pt x="11771116" y="6526414"/>
                  <a:pt x="11746376" y="6511622"/>
                </a:cubicBezTo>
                <a:cubicBezTo>
                  <a:pt x="11736220" y="6505654"/>
                  <a:pt x="11729188" y="6500723"/>
                  <a:pt x="11729709" y="6496052"/>
                </a:cubicBezTo>
                <a:cubicBezTo>
                  <a:pt x="11730490" y="6490343"/>
                  <a:pt x="11745334" y="6478924"/>
                  <a:pt x="11759397" y="6464911"/>
                </a:cubicBezTo>
                <a:cubicBezTo>
                  <a:pt x="11763043" y="6461278"/>
                  <a:pt x="11769032" y="6455309"/>
                  <a:pt x="11775803" y="6448562"/>
                </a:cubicBezTo>
                <a:cubicBezTo>
                  <a:pt x="11773980" y="6441556"/>
                  <a:pt x="11774761" y="6435846"/>
                  <a:pt x="11777887" y="6431694"/>
                </a:cubicBezTo>
                <a:cubicBezTo>
                  <a:pt x="11781793" y="6426504"/>
                  <a:pt x="11788824" y="6424428"/>
                  <a:pt x="11799241" y="6424947"/>
                </a:cubicBezTo>
                <a:cubicBezTo>
                  <a:pt x="11812001" y="6412231"/>
                  <a:pt x="11823460" y="6400813"/>
                  <a:pt x="11827366" y="6396661"/>
                </a:cubicBezTo>
                <a:cubicBezTo>
                  <a:pt x="11836481" y="6387578"/>
                  <a:pt x="11846116" y="6378236"/>
                  <a:pt x="11850283" y="6378755"/>
                </a:cubicBezTo>
                <a:cubicBezTo>
                  <a:pt x="11853668" y="6379274"/>
                  <a:pt x="11855491" y="6382388"/>
                  <a:pt x="11856793" y="6391211"/>
                </a:cubicBezTo>
                <a:cubicBezTo>
                  <a:pt x="11857835" y="6398997"/>
                  <a:pt x="11860439" y="6421574"/>
                  <a:pt x="11861741" y="6436625"/>
                </a:cubicBezTo>
                <a:cubicBezTo>
                  <a:pt x="11875804" y="6439999"/>
                  <a:pt x="11888825" y="6443891"/>
                  <a:pt x="11900804" y="6447524"/>
                </a:cubicBezTo>
                <a:cubicBezTo>
                  <a:pt x="11899241" y="6344500"/>
                  <a:pt x="11887523" y="6322702"/>
                  <a:pt x="11866168" y="6319847"/>
                </a:cubicBezTo>
                <a:close/>
                <a:moveTo>
                  <a:pt x="0" y="0"/>
                </a:moveTo>
                <a:lnTo>
                  <a:pt x="12192000" y="0"/>
                </a:lnTo>
                <a:lnTo>
                  <a:pt x="12192000" y="6858001"/>
                </a:lnTo>
                <a:lnTo>
                  <a:pt x="609601" y="6858001"/>
                </a:lnTo>
                <a:lnTo>
                  <a:pt x="609601" y="1"/>
                </a:lnTo>
                <a:lnTo>
                  <a:pt x="0" y="1"/>
                </a:lnTo>
                <a:close/>
              </a:path>
            </a:pathLst>
          </a:custGeom>
          <a:solidFill>
            <a:schemeClr val="bg2"/>
          </a:solidFill>
        </p:spPr>
        <p:txBody>
          <a:bodyPr wrap="square" lIns="6588000" tIns="0" rIns="0" bIns="972000"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solidFill>
                  <a:schemeClr val="bg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DB8C36B2-DE1A-4EDF-9151-6195BF6EA0DD}"/>
              </a:ext>
            </a:extLst>
          </p:cNvPr>
          <p:cNvSpPr>
            <a:spLocks noGrp="1"/>
          </p:cNvSpPr>
          <p:nvPr>
            <p:ph type="sldNum" sz="quarter" idx="16"/>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Title 10">
            <a:extLst>
              <a:ext uri="{FF2B5EF4-FFF2-40B4-BE49-F238E27FC236}">
                <a16:creationId xmlns:a16="http://schemas.microsoft.com/office/drawing/2014/main" id="{3A7F1880-4AC1-4D46-9996-85279490A2EA}"/>
              </a:ext>
            </a:extLst>
          </p:cNvPr>
          <p:cNvSpPr>
            <a:spLocks noGrp="1"/>
          </p:cNvSpPr>
          <p:nvPr>
            <p:ph type="title" hasCustomPrompt="1"/>
          </p:nvPr>
        </p:nvSpPr>
        <p:spPr>
          <a:xfrm>
            <a:off x="1219200" y="0"/>
            <a:ext cx="4267200" cy="6858000"/>
          </a:xfrm>
          <a:prstGeom prst="rect">
            <a:avLst/>
          </a:prstGeom>
          <a:noFill/>
          <a:effectLst/>
        </p:spPr>
        <p:txBody>
          <a:bodyPr wrap="square" lIns="0" tIns="0" rIns="0" bIns="0" anchor="ctr" anchorCtr="0">
            <a:normAutofit/>
          </a:bodyPr>
          <a:lstStyle>
            <a:lvl1pPr algn="l">
              <a:lnSpc>
                <a:spcPct val="100000"/>
              </a:lnSpc>
              <a:defRPr sz="4800" baseline="0">
                <a:solidFill>
                  <a:schemeClr val="bg1"/>
                </a:solidFill>
                <a:effectLst>
                  <a:outerShdw blurRad="241300" sx="101000" sy="101000" algn="ctr" rotWithShape="0">
                    <a:prstClr val="black">
                      <a:alpha val="40000"/>
                    </a:prstClr>
                  </a:outerShdw>
                </a:effectLst>
              </a:defRPr>
            </a:lvl1pPr>
          </a:lstStyle>
          <a:p>
            <a:r>
              <a:rPr lang="en-US"/>
              <a:t>Click to add </a:t>
            </a:r>
            <a:br>
              <a:rPr lang="en-US"/>
            </a:br>
            <a:r>
              <a:rPr lang="en-US"/>
              <a:t>key statement</a:t>
            </a:r>
          </a:p>
        </p:txBody>
      </p:sp>
    </p:spTree>
    <p:custDataLst>
      <p:tags r:id="rId1"/>
    </p:custDataLst>
    <p:extLst>
      <p:ext uri="{BB962C8B-B14F-4D97-AF65-F5344CB8AC3E}">
        <p14:creationId xmlns:p14="http://schemas.microsoft.com/office/powerpoint/2010/main" val="21636257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ey Statement Alternativ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27E92E2-B66F-49A8-A639-B009FB80E817}"/>
              </a:ext>
            </a:extLst>
          </p:cNvPr>
          <p:cNvSpPr>
            <a:spLocks noGrp="1"/>
          </p:cNvSpPr>
          <p:nvPr>
            <p:ph type="pic" sz="quarter" idx="13" hasCustomPrompt="1"/>
          </p:nvPr>
        </p:nvSpPr>
        <p:spPr>
          <a:xfrm>
            <a:off x="1" y="0"/>
            <a:ext cx="5486399" cy="6858000"/>
          </a:xfrm>
          <a:prstGeom prst="rect">
            <a:avLst/>
          </a:prstGeom>
          <a:solidFill>
            <a:srgbClr val="D8DFDE"/>
          </a:solidFill>
        </p:spPr>
        <p:txBody>
          <a:bodyPr wrap="square" tIns="360000" bIns="1368000" anchor="ctr" anchorCtr="0">
            <a:noAutofit/>
          </a:bodyPr>
          <a:lstStyle>
            <a:lvl1pPr marL="0" indent="0" algn="ctr">
              <a:lnSpc>
                <a:spcPct val="100000"/>
              </a:lnSpc>
              <a:spcAft>
                <a:spcPts val="0"/>
              </a:spcAft>
              <a:buNone/>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2" name="Title 1">
            <a:extLst>
              <a:ext uri="{FF2B5EF4-FFF2-40B4-BE49-F238E27FC236}">
                <a16:creationId xmlns:a16="http://schemas.microsoft.com/office/drawing/2014/main" id="{D2A19641-D30A-4DF2-BE88-21F4A0002CF9}"/>
              </a:ext>
            </a:extLst>
          </p:cNvPr>
          <p:cNvSpPr>
            <a:spLocks noGrp="1"/>
          </p:cNvSpPr>
          <p:nvPr>
            <p:ph type="title" hasCustomPrompt="1"/>
          </p:nvPr>
        </p:nvSpPr>
        <p:spPr>
          <a:xfrm>
            <a:off x="6705601" y="2505670"/>
            <a:ext cx="4876800" cy="1846659"/>
          </a:xfrm>
        </p:spPr>
        <p:txBody>
          <a:bodyPr vert="horz" wrap="square" lIns="0" tIns="0" rIns="0" bIns="0" rtlCol="0" anchor="ctr" anchorCtr="0">
            <a:spAutoFit/>
          </a:bodyPr>
          <a:lstStyle>
            <a:lvl1pPr algn="l">
              <a:lnSpc>
                <a:spcPct val="100000"/>
              </a:lnSpc>
              <a:defRPr lang="en-US" sz="6000">
                <a:solidFill>
                  <a:schemeClr val="accent1"/>
                </a:solidFill>
              </a:defRPr>
            </a:lvl1pPr>
          </a:lstStyle>
          <a:p>
            <a:pPr marL="0" lvl="0" algn="ctr"/>
            <a:r>
              <a:rPr lang="en-US"/>
              <a:t>Click to add key statement</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tx1"/>
                </a:solidFill>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Rectangle 5">
            <a:extLst>
              <a:ext uri="{FF2B5EF4-FFF2-40B4-BE49-F238E27FC236}">
                <a16:creationId xmlns:a16="http://schemas.microsoft.com/office/drawing/2014/main" id="{A48FF180-69F1-D9CE-F7AE-C67F44B963FF}"/>
              </a:ext>
            </a:extLst>
          </p:cNvPr>
          <p:cNvSpPr/>
          <p:nvPr userDrawn="1"/>
        </p:nvSpPr>
        <p:spPr>
          <a:xfrm>
            <a:off x="548640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Tree>
    <p:custDataLst>
      <p:tags r:id="rId1"/>
    </p:custDataLst>
    <p:extLst>
      <p:ext uri="{BB962C8B-B14F-4D97-AF65-F5344CB8AC3E}">
        <p14:creationId xmlns:p14="http://schemas.microsoft.com/office/powerpoint/2010/main" val="40452269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654C43-AE7C-6A78-FB38-0C731C493714}"/>
              </a:ext>
            </a:extLst>
          </p:cNvPr>
          <p:cNvSpPr/>
          <p:nvPr userDrawn="1"/>
        </p:nvSpPr>
        <p:spPr>
          <a:xfrm>
            <a:off x="1158240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10" name="Picture Placeholder 9">
            <a:extLst>
              <a:ext uri="{FF2B5EF4-FFF2-40B4-BE49-F238E27FC236}">
                <a16:creationId xmlns:a16="http://schemas.microsoft.com/office/drawing/2014/main" id="{28DB7B12-48CD-451F-A1A9-30DAE6BA2E3C}"/>
              </a:ext>
            </a:extLst>
          </p:cNvPr>
          <p:cNvSpPr>
            <a:spLocks noGrp="1"/>
          </p:cNvSpPr>
          <p:nvPr>
            <p:ph type="pic" sz="quarter" idx="13" hasCustomPrompt="1"/>
          </p:nvPr>
        </p:nvSpPr>
        <p:spPr>
          <a:xfrm>
            <a:off x="1" y="0"/>
            <a:ext cx="6096000" cy="6858000"/>
          </a:xfrm>
          <a:prstGeom prst="rect">
            <a:avLst/>
          </a:prstGeom>
          <a:solidFill>
            <a:srgbClr val="D8DFDE"/>
          </a:solidFill>
        </p:spPr>
        <p:txBody>
          <a:bodyPr wrap="square" tIns="360000" bIns="1368000" anchor="ctr" anchorCtr="0">
            <a:noAutofit/>
          </a:bodyPr>
          <a:lstStyle>
            <a:lvl1pPr marL="0" indent="0" algn="ctr">
              <a:lnSpc>
                <a:spcPct val="100000"/>
              </a:lnSpc>
              <a:spcAft>
                <a:spcPts val="0"/>
              </a:spcAft>
              <a:buNone/>
              <a:defRPr sz="1600" b="1">
                <a:solidFill>
                  <a:schemeClr val="tx1"/>
                </a:solidFill>
              </a:defRPr>
            </a:lvl1pPr>
          </a:lstStyle>
          <a:p>
            <a:r>
              <a:rPr lang="en-US"/>
              <a:t>_______________________________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7" name="TextBox 6">
            <a:extLst>
              <a:ext uri="{FF2B5EF4-FFF2-40B4-BE49-F238E27FC236}">
                <a16:creationId xmlns:a16="http://schemas.microsoft.com/office/drawing/2014/main" id="{6064A62C-74DF-483B-9317-9F19F96F45A3}"/>
              </a:ext>
            </a:extLst>
          </p:cNvPr>
          <p:cNvSpPr txBox="1"/>
          <p:nvPr userDrawn="1"/>
        </p:nvSpPr>
        <p:spPr>
          <a:xfrm>
            <a:off x="6705601" y="3059668"/>
            <a:ext cx="4267200" cy="738664"/>
          </a:xfrm>
          <a:prstGeom prst="rect">
            <a:avLst/>
          </a:prstGeom>
          <a:noFill/>
        </p:spPr>
        <p:txBody>
          <a:bodyPr wrap="square" lIns="0" tIns="0" rIns="0" bIns="0" rtlCol="0">
            <a:spAutoFit/>
          </a:bodyPr>
          <a:lstStyle/>
          <a:p>
            <a:pPr algn="ctr">
              <a:lnSpc>
                <a:spcPct val="80000"/>
              </a:lnSpc>
              <a:spcAft>
                <a:spcPts val="0"/>
              </a:spcAft>
            </a:pPr>
            <a:r>
              <a:rPr lang="en-US" sz="6000" kern="1200">
                <a:solidFill>
                  <a:schemeClr val="bg1"/>
                </a:solidFill>
                <a:latin typeface="+mj-lt"/>
                <a:ea typeface="+mj-ea"/>
                <a:cs typeface="+mj-cs"/>
              </a:rPr>
              <a:t>Thank you.</a:t>
            </a:r>
          </a:p>
        </p:txBody>
      </p:sp>
      <p:sp>
        <p:nvSpPr>
          <p:cNvPr id="4" name="Text Placeholder 30">
            <a:extLst>
              <a:ext uri="{FF2B5EF4-FFF2-40B4-BE49-F238E27FC236}">
                <a16:creationId xmlns:a16="http://schemas.microsoft.com/office/drawing/2014/main" id="{2A7FED29-3BD1-8702-003D-AECEAB4F0291}"/>
              </a:ext>
            </a:extLst>
          </p:cNvPr>
          <p:cNvSpPr txBox="1">
            <a:spLocks/>
          </p:cNvSpPr>
          <p:nvPr userDrawn="1"/>
        </p:nvSpPr>
        <p:spPr>
          <a:xfrm>
            <a:off x="11704319" y="6321108"/>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noAutofit/>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6738602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796C24-6670-DA8E-4126-26358670A78B}"/>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16" name="Title 15">
            <a:extLst>
              <a:ext uri="{FF2B5EF4-FFF2-40B4-BE49-F238E27FC236}">
                <a16:creationId xmlns:a16="http://schemas.microsoft.com/office/drawing/2014/main" id="{A9E1CF1C-7FA2-4710-BBC2-1C5B7B5ABF0F}"/>
              </a:ext>
            </a:extLst>
          </p:cNvPr>
          <p:cNvSpPr>
            <a:spLocks noGrp="1"/>
          </p:cNvSpPr>
          <p:nvPr>
            <p:ph type="title" hasCustomPrompt="1"/>
          </p:nvPr>
        </p:nvSpPr>
        <p:spPr>
          <a:xfrm>
            <a:off x="1828800" y="1219200"/>
            <a:ext cx="6705600" cy="3548359"/>
          </a:xfrm>
          <a:prstGeom prst="rect">
            <a:avLst/>
          </a:prstGeom>
          <a:noFill/>
        </p:spPr>
        <p:txBody>
          <a:bodyPr wrap="square" lIns="0" tIns="0" rIns="0" bIns="0" anchor="ctr" anchorCtr="0">
            <a:noAutofit/>
          </a:bodyPr>
          <a:lstStyle>
            <a:lvl1pPr algn="l">
              <a:lnSpc>
                <a:spcPct val="100000"/>
              </a:lnSpc>
              <a:defRPr baseline="0">
                <a:solidFill>
                  <a:schemeClr val="accent1"/>
                </a:solidFill>
              </a:defRPr>
            </a:lvl1pPr>
          </a:lstStyle>
          <a:p>
            <a:r>
              <a:rPr lang="en-US"/>
              <a:t>Click to add quote.</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Text Placeholder 5">
            <a:extLst>
              <a:ext uri="{FF2B5EF4-FFF2-40B4-BE49-F238E27FC236}">
                <a16:creationId xmlns:a16="http://schemas.microsoft.com/office/drawing/2014/main" id="{0DF1B5E0-FD79-4230-B3D0-006D6BDCBC6F}"/>
              </a:ext>
            </a:extLst>
          </p:cNvPr>
          <p:cNvSpPr>
            <a:spLocks noGrp="1"/>
          </p:cNvSpPr>
          <p:nvPr>
            <p:ph type="body" sz="quarter" idx="13" hasCustomPrompt="1"/>
          </p:nvPr>
        </p:nvSpPr>
        <p:spPr>
          <a:xfrm>
            <a:off x="1828800" y="5225830"/>
            <a:ext cx="6705600" cy="973358"/>
          </a:xfrm>
        </p:spPr>
        <p:txBody>
          <a:bodyPr/>
          <a:lstStyle>
            <a:lvl1pPr marL="0" indent="0" algn="l">
              <a:lnSpc>
                <a:spcPct val="100000"/>
              </a:lnSpc>
              <a:buNone/>
              <a:defRPr b="1">
                <a:solidFill>
                  <a:schemeClr val="tx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attribution</a:t>
            </a:r>
          </a:p>
        </p:txBody>
      </p:sp>
      <p:sp>
        <p:nvSpPr>
          <p:cNvPr id="15" name="TextBox 14">
            <a:extLst>
              <a:ext uri="{FF2B5EF4-FFF2-40B4-BE49-F238E27FC236}">
                <a16:creationId xmlns:a16="http://schemas.microsoft.com/office/drawing/2014/main" id="{8B305329-1D2F-EF7C-8F5E-7FE0825D5AF6}"/>
              </a:ext>
            </a:extLst>
          </p:cNvPr>
          <p:cNvSpPr txBox="1"/>
          <p:nvPr userDrawn="1"/>
        </p:nvSpPr>
        <p:spPr>
          <a:xfrm>
            <a:off x="1219200" y="746021"/>
            <a:ext cx="609600" cy="458271"/>
          </a:xfrm>
          <a:custGeom>
            <a:avLst/>
            <a:gdLst>
              <a:gd name="connsiteX0" fmla="*/ 490993 w 543326"/>
              <a:gd name="connsiteY0" fmla="*/ 0 h 408449"/>
              <a:gd name="connsiteX1" fmla="*/ 520879 w 543326"/>
              <a:gd name="connsiteY1" fmla="*/ 1423 h 408449"/>
              <a:gd name="connsiteX2" fmla="*/ 537602 w 543326"/>
              <a:gd name="connsiteY2" fmla="*/ 6760 h 408449"/>
              <a:gd name="connsiteX3" fmla="*/ 543294 w 543326"/>
              <a:gd name="connsiteY3" fmla="*/ 16366 h 408449"/>
              <a:gd name="connsiteX4" fmla="*/ 540092 w 543326"/>
              <a:gd name="connsiteY4" fmla="*/ 29886 h 408449"/>
              <a:gd name="connsiteX5" fmla="*/ 456837 w 543326"/>
              <a:gd name="connsiteY5" fmla="*/ 224149 h 408449"/>
              <a:gd name="connsiteX6" fmla="*/ 456837 w 543326"/>
              <a:gd name="connsiteY6" fmla="*/ 334445 h 408449"/>
              <a:gd name="connsiteX7" fmla="*/ 451500 w 543326"/>
              <a:gd name="connsiteY7" fmla="*/ 373226 h 408449"/>
              <a:gd name="connsiteX8" fmla="*/ 435133 w 543326"/>
              <a:gd name="connsiteY8" fmla="*/ 395641 h 408449"/>
              <a:gd name="connsiteX9" fmla="*/ 406670 w 543326"/>
              <a:gd name="connsiteY9" fmla="*/ 405959 h 408449"/>
              <a:gd name="connsiteX10" fmla="*/ 366466 w 543326"/>
              <a:gd name="connsiteY10" fmla="*/ 408449 h 408449"/>
              <a:gd name="connsiteX11" fmla="*/ 326617 w 543326"/>
              <a:gd name="connsiteY11" fmla="*/ 405959 h 408449"/>
              <a:gd name="connsiteX12" fmla="*/ 299577 w 543326"/>
              <a:gd name="connsiteY12" fmla="*/ 395641 h 408449"/>
              <a:gd name="connsiteX13" fmla="*/ 284278 w 543326"/>
              <a:gd name="connsiteY13" fmla="*/ 373226 h 408449"/>
              <a:gd name="connsiteX14" fmla="*/ 279652 w 543326"/>
              <a:gd name="connsiteY14" fmla="*/ 334445 h 408449"/>
              <a:gd name="connsiteX15" fmla="*/ 282143 w 543326"/>
              <a:gd name="connsiteY15" fmla="*/ 284634 h 408449"/>
              <a:gd name="connsiteX16" fmla="*/ 290326 w 543326"/>
              <a:gd name="connsiteY16" fmla="*/ 241227 h 408449"/>
              <a:gd name="connsiteX17" fmla="*/ 305625 w 543326"/>
              <a:gd name="connsiteY17" fmla="*/ 201378 h 408449"/>
              <a:gd name="connsiteX18" fmla="*/ 328752 w 543326"/>
              <a:gd name="connsiteY18" fmla="*/ 162241 h 408449"/>
              <a:gd name="connsiteX19" fmla="*/ 419123 w 543326"/>
              <a:gd name="connsiteY19" fmla="*/ 26328 h 408449"/>
              <a:gd name="connsiteX20" fmla="*/ 429441 w 543326"/>
              <a:gd name="connsiteY20" fmla="*/ 14232 h 408449"/>
              <a:gd name="connsiteX21" fmla="*/ 442961 w 543326"/>
              <a:gd name="connsiteY21" fmla="*/ 6048 h 408449"/>
              <a:gd name="connsiteX22" fmla="*/ 462529 w 543326"/>
              <a:gd name="connsiteY22" fmla="*/ 1423 h 408449"/>
              <a:gd name="connsiteX23" fmla="*/ 490993 w 543326"/>
              <a:gd name="connsiteY23" fmla="*/ 0 h 408449"/>
              <a:gd name="connsiteX24" fmla="*/ 211340 w 543326"/>
              <a:gd name="connsiteY24" fmla="*/ 0 h 408449"/>
              <a:gd name="connsiteX25" fmla="*/ 241227 w 543326"/>
              <a:gd name="connsiteY25" fmla="*/ 1423 h 408449"/>
              <a:gd name="connsiteX26" fmla="*/ 258305 w 543326"/>
              <a:gd name="connsiteY26" fmla="*/ 6760 h 408449"/>
              <a:gd name="connsiteX27" fmla="*/ 263997 w 543326"/>
              <a:gd name="connsiteY27" fmla="*/ 16366 h 408449"/>
              <a:gd name="connsiteX28" fmla="*/ 261151 w 543326"/>
              <a:gd name="connsiteY28" fmla="*/ 29886 h 408449"/>
              <a:gd name="connsiteX29" fmla="*/ 177184 w 543326"/>
              <a:gd name="connsiteY29" fmla="*/ 224149 h 408449"/>
              <a:gd name="connsiteX30" fmla="*/ 177184 w 543326"/>
              <a:gd name="connsiteY30" fmla="*/ 334445 h 408449"/>
              <a:gd name="connsiteX31" fmla="*/ 171847 w 543326"/>
              <a:gd name="connsiteY31" fmla="*/ 373226 h 408449"/>
              <a:gd name="connsiteX32" fmla="*/ 155481 w 543326"/>
              <a:gd name="connsiteY32" fmla="*/ 395641 h 408449"/>
              <a:gd name="connsiteX33" fmla="*/ 127373 w 543326"/>
              <a:gd name="connsiteY33" fmla="*/ 405959 h 408449"/>
              <a:gd name="connsiteX34" fmla="*/ 86813 w 543326"/>
              <a:gd name="connsiteY34" fmla="*/ 408449 h 408449"/>
              <a:gd name="connsiteX35" fmla="*/ 46964 w 543326"/>
              <a:gd name="connsiteY35" fmla="*/ 405959 h 408449"/>
              <a:gd name="connsiteX36" fmla="*/ 20280 w 543326"/>
              <a:gd name="connsiteY36" fmla="*/ 395641 h 408449"/>
              <a:gd name="connsiteX37" fmla="*/ 4981 w 543326"/>
              <a:gd name="connsiteY37" fmla="*/ 373226 h 408449"/>
              <a:gd name="connsiteX38" fmla="*/ 0 w 543326"/>
              <a:gd name="connsiteY38" fmla="*/ 334445 h 408449"/>
              <a:gd name="connsiteX39" fmla="*/ 2490 w 543326"/>
              <a:gd name="connsiteY39" fmla="*/ 284634 h 408449"/>
              <a:gd name="connsiteX40" fmla="*/ 10673 w 543326"/>
              <a:gd name="connsiteY40" fmla="*/ 241227 h 408449"/>
              <a:gd name="connsiteX41" fmla="*/ 25972 w 543326"/>
              <a:gd name="connsiteY41" fmla="*/ 201378 h 408449"/>
              <a:gd name="connsiteX42" fmla="*/ 49099 w 543326"/>
              <a:gd name="connsiteY42" fmla="*/ 162241 h 408449"/>
              <a:gd name="connsiteX43" fmla="*/ 140182 w 543326"/>
              <a:gd name="connsiteY43" fmla="*/ 26328 h 408449"/>
              <a:gd name="connsiteX44" fmla="*/ 150500 w 543326"/>
              <a:gd name="connsiteY44" fmla="*/ 14232 h 408449"/>
              <a:gd name="connsiteX45" fmla="*/ 164020 w 543326"/>
              <a:gd name="connsiteY45" fmla="*/ 6048 h 408449"/>
              <a:gd name="connsiteX46" fmla="*/ 183588 w 543326"/>
              <a:gd name="connsiteY46" fmla="*/ 1423 h 408449"/>
              <a:gd name="connsiteX47" fmla="*/ 211340 w 543326"/>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6" h="408449">
                <a:moveTo>
                  <a:pt x="490993" y="0"/>
                </a:moveTo>
                <a:cubicBezTo>
                  <a:pt x="503327" y="0"/>
                  <a:pt x="513289" y="474"/>
                  <a:pt x="520879" y="1423"/>
                </a:cubicBezTo>
                <a:cubicBezTo>
                  <a:pt x="528470" y="2372"/>
                  <a:pt x="534044" y="4151"/>
                  <a:pt x="537602" y="6760"/>
                </a:cubicBezTo>
                <a:cubicBezTo>
                  <a:pt x="541160" y="9369"/>
                  <a:pt x="543057" y="12571"/>
                  <a:pt x="543294" y="16366"/>
                </a:cubicBezTo>
                <a:cubicBezTo>
                  <a:pt x="543532" y="20161"/>
                  <a:pt x="542464" y="24668"/>
                  <a:pt x="540092" y="29886"/>
                </a:cubicBezTo>
                <a:lnTo>
                  <a:pt x="456837" y="224149"/>
                </a:lnTo>
                <a:lnTo>
                  <a:pt x="456837" y="334445"/>
                </a:lnTo>
                <a:cubicBezTo>
                  <a:pt x="456837" y="350574"/>
                  <a:pt x="455058" y="363501"/>
                  <a:pt x="451500" y="373226"/>
                </a:cubicBezTo>
                <a:cubicBezTo>
                  <a:pt x="447942" y="382951"/>
                  <a:pt x="442487" y="390423"/>
                  <a:pt x="435133" y="395641"/>
                </a:cubicBezTo>
                <a:cubicBezTo>
                  <a:pt x="427780" y="400859"/>
                  <a:pt x="418293" y="404299"/>
                  <a:pt x="406670" y="405959"/>
                </a:cubicBezTo>
                <a:cubicBezTo>
                  <a:pt x="395048" y="407619"/>
                  <a:pt x="381646" y="408449"/>
                  <a:pt x="366466" y="408449"/>
                </a:cubicBezTo>
                <a:cubicBezTo>
                  <a:pt x="350811" y="408449"/>
                  <a:pt x="337528" y="407619"/>
                  <a:pt x="326617" y="405959"/>
                </a:cubicBezTo>
                <a:cubicBezTo>
                  <a:pt x="315706" y="404299"/>
                  <a:pt x="306692" y="400859"/>
                  <a:pt x="299577" y="395641"/>
                </a:cubicBezTo>
                <a:cubicBezTo>
                  <a:pt x="292461" y="390423"/>
                  <a:pt x="287361" y="382951"/>
                  <a:pt x="284278" y="373226"/>
                </a:cubicBezTo>
                <a:cubicBezTo>
                  <a:pt x="281194" y="363501"/>
                  <a:pt x="279652" y="350574"/>
                  <a:pt x="279652" y="334445"/>
                </a:cubicBezTo>
                <a:cubicBezTo>
                  <a:pt x="279652" y="316418"/>
                  <a:pt x="280482" y="299814"/>
                  <a:pt x="282143" y="284634"/>
                </a:cubicBezTo>
                <a:cubicBezTo>
                  <a:pt x="283803" y="269453"/>
                  <a:pt x="286531" y="254984"/>
                  <a:pt x="290326" y="241227"/>
                </a:cubicBezTo>
                <a:cubicBezTo>
                  <a:pt x="294121" y="227470"/>
                  <a:pt x="299221" y="214187"/>
                  <a:pt x="305625" y="201378"/>
                </a:cubicBezTo>
                <a:cubicBezTo>
                  <a:pt x="312029" y="188570"/>
                  <a:pt x="319738" y="175524"/>
                  <a:pt x="328752" y="162241"/>
                </a:cubicBezTo>
                <a:lnTo>
                  <a:pt x="419123" y="26328"/>
                </a:lnTo>
                <a:cubicBezTo>
                  <a:pt x="422444" y="21585"/>
                  <a:pt x="425883" y="17552"/>
                  <a:pt x="429441" y="14232"/>
                </a:cubicBezTo>
                <a:cubicBezTo>
                  <a:pt x="432999" y="10911"/>
                  <a:pt x="437505" y="8183"/>
                  <a:pt x="442961" y="6048"/>
                </a:cubicBezTo>
                <a:cubicBezTo>
                  <a:pt x="448416" y="3914"/>
                  <a:pt x="454939" y="2372"/>
                  <a:pt x="462529" y="1423"/>
                </a:cubicBezTo>
                <a:cubicBezTo>
                  <a:pt x="470120" y="474"/>
                  <a:pt x="479608" y="0"/>
                  <a:pt x="490993" y="0"/>
                </a:cubicBezTo>
                <a:close/>
                <a:moveTo>
                  <a:pt x="211340" y="0"/>
                </a:moveTo>
                <a:cubicBezTo>
                  <a:pt x="223674" y="0"/>
                  <a:pt x="233637" y="474"/>
                  <a:pt x="241227" y="1423"/>
                </a:cubicBezTo>
                <a:cubicBezTo>
                  <a:pt x="248817" y="2372"/>
                  <a:pt x="254510" y="4151"/>
                  <a:pt x="258305" y="6760"/>
                </a:cubicBezTo>
                <a:cubicBezTo>
                  <a:pt x="262100" y="9369"/>
                  <a:pt x="263997" y="12571"/>
                  <a:pt x="263997" y="16366"/>
                </a:cubicBezTo>
                <a:cubicBezTo>
                  <a:pt x="263997" y="20161"/>
                  <a:pt x="263049" y="24668"/>
                  <a:pt x="261151" y="29886"/>
                </a:cubicBezTo>
                <a:lnTo>
                  <a:pt x="177184" y="224149"/>
                </a:lnTo>
                <a:lnTo>
                  <a:pt x="177184" y="334445"/>
                </a:lnTo>
                <a:cubicBezTo>
                  <a:pt x="177184" y="350574"/>
                  <a:pt x="175405" y="363501"/>
                  <a:pt x="171847" y="373226"/>
                </a:cubicBezTo>
                <a:cubicBezTo>
                  <a:pt x="168289" y="382951"/>
                  <a:pt x="162834" y="390423"/>
                  <a:pt x="155481" y="395641"/>
                </a:cubicBezTo>
                <a:cubicBezTo>
                  <a:pt x="148128" y="400859"/>
                  <a:pt x="138759" y="404299"/>
                  <a:pt x="127373" y="405959"/>
                </a:cubicBezTo>
                <a:cubicBezTo>
                  <a:pt x="115988" y="407619"/>
                  <a:pt x="102468" y="408449"/>
                  <a:pt x="86813" y="408449"/>
                </a:cubicBezTo>
                <a:cubicBezTo>
                  <a:pt x="71158" y="408449"/>
                  <a:pt x="57875" y="407619"/>
                  <a:pt x="46964" y="405959"/>
                </a:cubicBezTo>
                <a:cubicBezTo>
                  <a:pt x="36053" y="404299"/>
                  <a:pt x="27158" y="400859"/>
                  <a:pt x="20280" y="395641"/>
                </a:cubicBezTo>
                <a:cubicBezTo>
                  <a:pt x="13401" y="390423"/>
                  <a:pt x="8301" y="382951"/>
                  <a:pt x="4981" y="373226"/>
                </a:cubicBezTo>
                <a:cubicBezTo>
                  <a:pt x="1660" y="363501"/>
                  <a:pt x="0" y="350574"/>
                  <a:pt x="0" y="334445"/>
                </a:cubicBezTo>
                <a:cubicBezTo>
                  <a:pt x="0" y="316418"/>
                  <a:pt x="830" y="299814"/>
                  <a:pt x="2490" y="284634"/>
                </a:cubicBezTo>
                <a:cubicBezTo>
                  <a:pt x="4151" y="269453"/>
                  <a:pt x="6878" y="254984"/>
                  <a:pt x="10673" y="241227"/>
                </a:cubicBezTo>
                <a:cubicBezTo>
                  <a:pt x="14468" y="227470"/>
                  <a:pt x="19568" y="214187"/>
                  <a:pt x="25972" y="201378"/>
                </a:cubicBezTo>
                <a:cubicBezTo>
                  <a:pt x="32377" y="188570"/>
                  <a:pt x="40086" y="175524"/>
                  <a:pt x="49099" y="162241"/>
                </a:cubicBezTo>
                <a:lnTo>
                  <a:pt x="140182" y="26328"/>
                </a:lnTo>
                <a:cubicBezTo>
                  <a:pt x="143502" y="21585"/>
                  <a:pt x="146942" y="17552"/>
                  <a:pt x="150500" y="14232"/>
                </a:cubicBezTo>
                <a:cubicBezTo>
                  <a:pt x="154058" y="10911"/>
                  <a:pt x="158564" y="8183"/>
                  <a:pt x="164020" y="6048"/>
                </a:cubicBezTo>
                <a:cubicBezTo>
                  <a:pt x="169475" y="3914"/>
                  <a:pt x="175998" y="2372"/>
                  <a:pt x="183588" y="1423"/>
                </a:cubicBezTo>
                <a:cubicBezTo>
                  <a:pt x="191179" y="474"/>
                  <a:pt x="200429" y="0"/>
                  <a:pt x="211340"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a:solidFill>
                <a:schemeClr val="accent3"/>
              </a:solidFill>
            </a:endParaRPr>
          </a:p>
        </p:txBody>
      </p:sp>
      <p:sp>
        <p:nvSpPr>
          <p:cNvPr id="14" name="TextBox 13">
            <a:extLst>
              <a:ext uri="{FF2B5EF4-FFF2-40B4-BE49-F238E27FC236}">
                <a16:creationId xmlns:a16="http://schemas.microsoft.com/office/drawing/2014/main" id="{76FC7613-EC6C-9EFE-D02C-AD5E5C8730A5}"/>
              </a:ext>
            </a:extLst>
          </p:cNvPr>
          <p:cNvSpPr txBox="1"/>
          <p:nvPr userDrawn="1"/>
        </p:nvSpPr>
        <p:spPr>
          <a:xfrm>
            <a:off x="8534399" y="4767559"/>
            <a:ext cx="609601" cy="458271"/>
          </a:xfrm>
          <a:custGeom>
            <a:avLst/>
            <a:gdLst>
              <a:gd name="connsiteX0" fmla="*/ 456514 w 543327"/>
              <a:gd name="connsiteY0" fmla="*/ 0 h 408449"/>
              <a:gd name="connsiteX1" fmla="*/ 496363 w 543327"/>
              <a:gd name="connsiteY1" fmla="*/ 2490 h 408449"/>
              <a:gd name="connsiteX2" fmla="*/ 523047 w 543327"/>
              <a:gd name="connsiteY2" fmla="*/ 12808 h 408449"/>
              <a:gd name="connsiteX3" fmla="*/ 538346 w 543327"/>
              <a:gd name="connsiteY3" fmla="*/ 35223 h 408449"/>
              <a:gd name="connsiteX4" fmla="*/ 543327 w 543327"/>
              <a:gd name="connsiteY4" fmla="*/ 74005 h 408449"/>
              <a:gd name="connsiteX5" fmla="*/ 540837 w 543327"/>
              <a:gd name="connsiteY5" fmla="*/ 123816 h 408449"/>
              <a:gd name="connsiteX6" fmla="*/ 532654 w 543327"/>
              <a:gd name="connsiteY6" fmla="*/ 167222 h 408449"/>
              <a:gd name="connsiteX7" fmla="*/ 517710 w 543327"/>
              <a:gd name="connsiteY7" fmla="*/ 207071 h 408449"/>
              <a:gd name="connsiteX8" fmla="*/ 494228 w 543327"/>
              <a:gd name="connsiteY8" fmla="*/ 246208 h 408449"/>
              <a:gd name="connsiteX9" fmla="*/ 403145 w 543327"/>
              <a:gd name="connsiteY9" fmla="*/ 382121 h 408449"/>
              <a:gd name="connsiteX10" fmla="*/ 392827 w 543327"/>
              <a:gd name="connsiteY10" fmla="*/ 394218 h 408449"/>
              <a:gd name="connsiteX11" fmla="*/ 379307 w 543327"/>
              <a:gd name="connsiteY11" fmla="*/ 402401 h 408449"/>
              <a:gd name="connsiteX12" fmla="*/ 359738 w 543327"/>
              <a:gd name="connsiteY12" fmla="*/ 407026 h 408449"/>
              <a:gd name="connsiteX13" fmla="*/ 331987 w 543327"/>
              <a:gd name="connsiteY13" fmla="*/ 408449 h 408449"/>
              <a:gd name="connsiteX14" fmla="*/ 302100 w 543327"/>
              <a:gd name="connsiteY14" fmla="*/ 407026 h 408449"/>
              <a:gd name="connsiteX15" fmla="*/ 285378 w 543327"/>
              <a:gd name="connsiteY15" fmla="*/ 401689 h 408449"/>
              <a:gd name="connsiteX16" fmla="*/ 279685 w 543327"/>
              <a:gd name="connsiteY16" fmla="*/ 392083 h 408449"/>
              <a:gd name="connsiteX17" fmla="*/ 282176 w 543327"/>
              <a:gd name="connsiteY17" fmla="*/ 377851 h 408449"/>
              <a:gd name="connsiteX18" fmla="*/ 366143 w 543327"/>
              <a:gd name="connsiteY18" fmla="*/ 184300 h 408449"/>
              <a:gd name="connsiteX19" fmla="*/ 366143 w 543327"/>
              <a:gd name="connsiteY19" fmla="*/ 74005 h 408449"/>
              <a:gd name="connsiteX20" fmla="*/ 371480 w 543327"/>
              <a:gd name="connsiteY20" fmla="*/ 35223 h 408449"/>
              <a:gd name="connsiteX21" fmla="*/ 387490 w 543327"/>
              <a:gd name="connsiteY21" fmla="*/ 12808 h 408449"/>
              <a:gd name="connsiteX22" fmla="*/ 415598 w 543327"/>
              <a:gd name="connsiteY22" fmla="*/ 2490 h 408449"/>
              <a:gd name="connsiteX23" fmla="*/ 456514 w 543327"/>
              <a:gd name="connsiteY23" fmla="*/ 0 h 408449"/>
              <a:gd name="connsiteX24" fmla="*/ 177573 w 543327"/>
              <a:gd name="connsiteY24" fmla="*/ 0 h 408449"/>
              <a:gd name="connsiteX25" fmla="*/ 217422 w 543327"/>
              <a:gd name="connsiteY25" fmla="*/ 2490 h 408449"/>
              <a:gd name="connsiteX26" fmla="*/ 244106 w 543327"/>
              <a:gd name="connsiteY26" fmla="*/ 12808 h 408449"/>
              <a:gd name="connsiteX27" fmla="*/ 259405 w 543327"/>
              <a:gd name="connsiteY27" fmla="*/ 35223 h 408449"/>
              <a:gd name="connsiteX28" fmla="*/ 264386 w 543327"/>
              <a:gd name="connsiteY28" fmla="*/ 74005 h 408449"/>
              <a:gd name="connsiteX29" fmla="*/ 261896 w 543327"/>
              <a:gd name="connsiteY29" fmla="*/ 123816 h 408449"/>
              <a:gd name="connsiteX30" fmla="*/ 253713 w 543327"/>
              <a:gd name="connsiteY30" fmla="*/ 167222 h 408449"/>
              <a:gd name="connsiteX31" fmla="*/ 238413 w 543327"/>
              <a:gd name="connsiteY31" fmla="*/ 207071 h 408449"/>
              <a:gd name="connsiteX32" fmla="*/ 215287 w 543327"/>
              <a:gd name="connsiteY32" fmla="*/ 246208 h 408449"/>
              <a:gd name="connsiteX33" fmla="*/ 123493 w 543327"/>
              <a:gd name="connsiteY33" fmla="*/ 382121 h 408449"/>
              <a:gd name="connsiteX34" fmla="*/ 113530 w 543327"/>
              <a:gd name="connsiteY34" fmla="*/ 394218 h 408449"/>
              <a:gd name="connsiteX35" fmla="*/ 99654 w 543327"/>
              <a:gd name="connsiteY35" fmla="*/ 402401 h 408449"/>
              <a:gd name="connsiteX36" fmla="*/ 80442 w 543327"/>
              <a:gd name="connsiteY36" fmla="*/ 407026 h 408449"/>
              <a:gd name="connsiteX37" fmla="*/ 53046 w 543327"/>
              <a:gd name="connsiteY37" fmla="*/ 408449 h 408449"/>
              <a:gd name="connsiteX38" fmla="*/ 22803 w 543327"/>
              <a:gd name="connsiteY38" fmla="*/ 407026 h 408449"/>
              <a:gd name="connsiteX39" fmla="*/ 5725 w 543327"/>
              <a:gd name="connsiteY39" fmla="*/ 401689 h 408449"/>
              <a:gd name="connsiteX40" fmla="*/ 33 w 543327"/>
              <a:gd name="connsiteY40" fmla="*/ 392083 h 408449"/>
              <a:gd name="connsiteX41" fmla="*/ 3235 w 543327"/>
              <a:gd name="connsiteY41" fmla="*/ 377851 h 408449"/>
              <a:gd name="connsiteX42" fmla="*/ 87202 w 543327"/>
              <a:gd name="connsiteY42" fmla="*/ 184300 h 408449"/>
              <a:gd name="connsiteX43" fmla="*/ 87202 w 543327"/>
              <a:gd name="connsiteY43" fmla="*/ 74005 h 408449"/>
              <a:gd name="connsiteX44" fmla="*/ 92183 w 543327"/>
              <a:gd name="connsiteY44" fmla="*/ 35223 h 408449"/>
              <a:gd name="connsiteX45" fmla="*/ 108193 w 543327"/>
              <a:gd name="connsiteY45" fmla="*/ 12808 h 408449"/>
              <a:gd name="connsiteX46" fmla="*/ 136657 w 543327"/>
              <a:gd name="connsiteY46" fmla="*/ 2490 h 408449"/>
              <a:gd name="connsiteX47" fmla="*/ 177573 w 543327"/>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7" h="408449">
                <a:moveTo>
                  <a:pt x="456514" y="0"/>
                </a:moveTo>
                <a:cubicBezTo>
                  <a:pt x="472169" y="0"/>
                  <a:pt x="485452" y="830"/>
                  <a:pt x="496363" y="2490"/>
                </a:cubicBezTo>
                <a:cubicBezTo>
                  <a:pt x="507274" y="4151"/>
                  <a:pt x="516169" y="7590"/>
                  <a:pt x="523047" y="12808"/>
                </a:cubicBezTo>
                <a:cubicBezTo>
                  <a:pt x="529926" y="18027"/>
                  <a:pt x="535026" y="25498"/>
                  <a:pt x="538346" y="35223"/>
                </a:cubicBezTo>
                <a:cubicBezTo>
                  <a:pt x="541667" y="44948"/>
                  <a:pt x="543327" y="57875"/>
                  <a:pt x="543327" y="74005"/>
                </a:cubicBezTo>
                <a:cubicBezTo>
                  <a:pt x="543327" y="92031"/>
                  <a:pt x="542497" y="108635"/>
                  <a:pt x="540837" y="123816"/>
                </a:cubicBezTo>
                <a:cubicBezTo>
                  <a:pt x="539177" y="138996"/>
                  <a:pt x="536449" y="153465"/>
                  <a:pt x="532654" y="167222"/>
                </a:cubicBezTo>
                <a:cubicBezTo>
                  <a:pt x="528859" y="180980"/>
                  <a:pt x="523877" y="194262"/>
                  <a:pt x="517710" y="207071"/>
                </a:cubicBezTo>
                <a:cubicBezTo>
                  <a:pt x="511543" y="219879"/>
                  <a:pt x="503716" y="232925"/>
                  <a:pt x="494228" y="246208"/>
                </a:cubicBezTo>
                <a:lnTo>
                  <a:pt x="403145" y="382121"/>
                </a:lnTo>
                <a:cubicBezTo>
                  <a:pt x="399824" y="386865"/>
                  <a:pt x="396385" y="390897"/>
                  <a:pt x="392827" y="394218"/>
                </a:cubicBezTo>
                <a:cubicBezTo>
                  <a:pt x="389269" y="397538"/>
                  <a:pt x="384763" y="400266"/>
                  <a:pt x="379307" y="402401"/>
                </a:cubicBezTo>
                <a:cubicBezTo>
                  <a:pt x="373852" y="404536"/>
                  <a:pt x="367329" y="406077"/>
                  <a:pt x="359738" y="407026"/>
                </a:cubicBezTo>
                <a:cubicBezTo>
                  <a:pt x="352148" y="407975"/>
                  <a:pt x="342898" y="408449"/>
                  <a:pt x="331987" y="408449"/>
                </a:cubicBezTo>
                <a:cubicBezTo>
                  <a:pt x="319653" y="408449"/>
                  <a:pt x="309690" y="407975"/>
                  <a:pt x="302100" y="407026"/>
                </a:cubicBezTo>
                <a:cubicBezTo>
                  <a:pt x="294510" y="406077"/>
                  <a:pt x="288936" y="404299"/>
                  <a:pt x="285378" y="401689"/>
                </a:cubicBezTo>
                <a:cubicBezTo>
                  <a:pt x="281820" y="399080"/>
                  <a:pt x="279923" y="395878"/>
                  <a:pt x="279685" y="392083"/>
                </a:cubicBezTo>
                <a:cubicBezTo>
                  <a:pt x="279448" y="388288"/>
                  <a:pt x="280278" y="383544"/>
                  <a:pt x="282176" y="377851"/>
                </a:cubicBezTo>
                <a:lnTo>
                  <a:pt x="366143" y="184300"/>
                </a:lnTo>
                <a:lnTo>
                  <a:pt x="366143" y="74005"/>
                </a:lnTo>
                <a:cubicBezTo>
                  <a:pt x="366143" y="57875"/>
                  <a:pt x="367922" y="44948"/>
                  <a:pt x="371480" y="35223"/>
                </a:cubicBezTo>
                <a:cubicBezTo>
                  <a:pt x="375038" y="25498"/>
                  <a:pt x="380374" y="18027"/>
                  <a:pt x="387490" y="12808"/>
                </a:cubicBezTo>
                <a:cubicBezTo>
                  <a:pt x="394606" y="7590"/>
                  <a:pt x="403975" y="4151"/>
                  <a:pt x="415598" y="2490"/>
                </a:cubicBezTo>
                <a:cubicBezTo>
                  <a:pt x="427220" y="830"/>
                  <a:pt x="440859" y="0"/>
                  <a:pt x="456514" y="0"/>
                </a:cubicBezTo>
                <a:close/>
                <a:moveTo>
                  <a:pt x="177573" y="0"/>
                </a:moveTo>
                <a:cubicBezTo>
                  <a:pt x="193228" y="0"/>
                  <a:pt x="206511" y="830"/>
                  <a:pt x="217422" y="2490"/>
                </a:cubicBezTo>
                <a:cubicBezTo>
                  <a:pt x="228333" y="4151"/>
                  <a:pt x="237228" y="7590"/>
                  <a:pt x="244106" y="12808"/>
                </a:cubicBezTo>
                <a:cubicBezTo>
                  <a:pt x="250985" y="18027"/>
                  <a:pt x="256085" y="25498"/>
                  <a:pt x="259405" y="35223"/>
                </a:cubicBezTo>
                <a:cubicBezTo>
                  <a:pt x="262726" y="44948"/>
                  <a:pt x="264386" y="57875"/>
                  <a:pt x="264386" y="74005"/>
                </a:cubicBezTo>
                <a:cubicBezTo>
                  <a:pt x="264386" y="92031"/>
                  <a:pt x="263556" y="108635"/>
                  <a:pt x="261896" y="123816"/>
                </a:cubicBezTo>
                <a:cubicBezTo>
                  <a:pt x="260235" y="138996"/>
                  <a:pt x="257508" y="153465"/>
                  <a:pt x="253713" y="167222"/>
                </a:cubicBezTo>
                <a:cubicBezTo>
                  <a:pt x="249917" y="180980"/>
                  <a:pt x="244818" y="194262"/>
                  <a:pt x="238413" y="207071"/>
                </a:cubicBezTo>
                <a:cubicBezTo>
                  <a:pt x="232009" y="219879"/>
                  <a:pt x="224300" y="232925"/>
                  <a:pt x="215287" y="246208"/>
                </a:cubicBezTo>
                <a:lnTo>
                  <a:pt x="123493" y="382121"/>
                </a:lnTo>
                <a:cubicBezTo>
                  <a:pt x="120646" y="386865"/>
                  <a:pt x="117326" y="390897"/>
                  <a:pt x="113530" y="394218"/>
                </a:cubicBezTo>
                <a:cubicBezTo>
                  <a:pt x="109735" y="397538"/>
                  <a:pt x="105110" y="400266"/>
                  <a:pt x="99654" y="402401"/>
                </a:cubicBezTo>
                <a:cubicBezTo>
                  <a:pt x="94199" y="404536"/>
                  <a:pt x="87795" y="406077"/>
                  <a:pt x="80442" y="407026"/>
                </a:cubicBezTo>
                <a:cubicBezTo>
                  <a:pt x="73089" y="407975"/>
                  <a:pt x="63957" y="408449"/>
                  <a:pt x="53046" y="408449"/>
                </a:cubicBezTo>
                <a:cubicBezTo>
                  <a:pt x="40712" y="408449"/>
                  <a:pt x="30631" y="407975"/>
                  <a:pt x="22803" y="407026"/>
                </a:cubicBezTo>
                <a:cubicBezTo>
                  <a:pt x="14976" y="406077"/>
                  <a:pt x="9283" y="404299"/>
                  <a:pt x="5725" y="401689"/>
                </a:cubicBezTo>
                <a:cubicBezTo>
                  <a:pt x="2167" y="399080"/>
                  <a:pt x="270" y="395878"/>
                  <a:pt x="33" y="392083"/>
                </a:cubicBezTo>
                <a:cubicBezTo>
                  <a:pt x="-204" y="388288"/>
                  <a:pt x="863" y="383544"/>
                  <a:pt x="3235" y="377851"/>
                </a:cubicBezTo>
                <a:lnTo>
                  <a:pt x="87202" y="184300"/>
                </a:lnTo>
                <a:lnTo>
                  <a:pt x="87202" y="74005"/>
                </a:lnTo>
                <a:cubicBezTo>
                  <a:pt x="87202" y="57875"/>
                  <a:pt x="88862" y="44948"/>
                  <a:pt x="92183" y="35223"/>
                </a:cubicBezTo>
                <a:cubicBezTo>
                  <a:pt x="95504" y="25498"/>
                  <a:pt x="100841" y="18027"/>
                  <a:pt x="108193" y="12808"/>
                </a:cubicBezTo>
                <a:cubicBezTo>
                  <a:pt x="115547" y="7590"/>
                  <a:pt x="125034" y="4151"/>
                  <a:pt x="136657" y="2490"/>
                </a:cubicBezTo>
                <a:cubicBezTo>
                  <a:pt x="148279" y="830"/>
                  <a:pt x="161918" y="0"/>
                  <a:pt x="177573"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a:solidFill>
                <a:schemeClr val="accent3"/>
              </a:solidFill>
            </a:endParaRPr>
          </a:p>
        </p:txBody>
      </p:sp>
    </p:spTree>
    <p:custDataLst>
      <p:tags r:id="rId1"/>
    </p:custDataLst>
    <p:extLst>
      <p:ext uri="{BB962C8B-B14F-4D97-AF65-F5344CB8AC3E}">
        <p14:creationId xmlns:p14="http://schemas.microsoft.com/office/powerpoint/2010/main" val="24219648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and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C38F01-C88C-66E4-D496-EE6F4DA6D042}"/>
              </a:ext>
            </a:extLst>
          </p:cNvPr>
          <p:cNvSpPr>
            <a:spLocks noGrp="1"/>
          </p:cNvSpPr>
          <p:nvPr>
            <p:ph type="pic" sz="quarter" idx="14" hasCustomPrompt="1"/>
          </p:nvPr>
        </p:nvSpPr>
        <p:spPr>
          <a:xfrm>
            <a:off x="1219200" y="2078979"/>
            <a:ext cx="1828800" cy="1828800"/>
          </a:xfrm>
          <a:solidFill>
            <a:srgbClr val="C4D0CD"/>
          </a:solidFill>
        </p:spPr>
        <p:txBody>
          <a:bodyPr lIns="180000" tIns="108000" rIns="180000"/>
          <a:lstStyle>
            <a:lvl1pPr marL="0" indent="0" algn="ctr">
              <a:buNone/>
              <a:defRPr sz="1800"/>
            </a:lvl1pPr>
          </a:lstStyle>
          <a:p>
            <a:r>
              <a:rPr lang="en-GB"/>
              <a:t>Click to add image</a:t>
            </a:r>
            <a:endParaRPr lang="en-US"/>
          </a:p>
        </p:txBody>
      </p:sp>
      <p:sp>
        <p:nvSpPr>
          <p:cNvPr id="2" name="Rectangle 1">
            <a:extLst>
              <a:ext uri="{FF2B5EF4-FFF2-40B4-BE49-F238E27FC236}">
                <a16:creationId xmlns:a16="http://schemas.microsoft.com/office/drawing/2014/main" id="{E7796C24-6670-DA8E-4126-26358670A78B}"/>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16" name="Title 15">
            <a:extLst>
              <a:ext uri="{FF2B5EF4-FFF2-40B4-BE49-F238E27FC236}">
                <a16:creationId xmlns:a16="http://schemas.microsoft.com/office/drawing/2014/main" id="{A9E1CF1C-7FA2-4710-BBC2-1C5B7B5ABF0F}"/>
              </a:ext>
            </a:extLst>
          </p:cNvPr>
          <p:cNvSpPr>
            <a:spLocks noGrp="1"/>
          </p:cNvSpPr>
          <p:nvPr>
            <p:ph type="title" hasCustomPrompt="1"/>
          </p:nvPr>
        </p:nvSpPr>
        <p:spPr>
          <a:xfrm>
            <a:off x="4267201" y="1219200"/>
            <a:ext cx="6705600" cy="3548359"/>
          </a:xfrm>
          <a:prstGeom prst="rect">
            <a:avLst/>
          </a:prstGeom>
          <a:noFill/>
        </p:spPr>
        <p:txBody>
          <a:bodyPr wrap="square" lIns="0" tIns="0" rIns="0" bIns="0" anchor="ctr" anchorCtr="0">
            <a:noAutofit/>
          </a:bodyPr>
          <a:lstStyle>
            <a:lvl1pPr algn="l">
              <a:lnSpc>
                <a:spcPct val="100000"/>
              </a:lnSpc>
              <a:defRPr baseline="0">
                <a:solidFill>
                  <a:schemeClr val="accent1"/>
                </a:solidFill>
              </a:defRPr>
            </a:lvl1pPr>
          </a:lstStyle>
          <a:p>
            <a:r>
              <a:rPr lang="en-US"/>
              <a:t>Click to add quote.</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Text Placeholder 5">
            <a:extLst>
              <a:ext uri="{FF2B5EF4-FFF2-40B4-BE49-F238E27FC236}">
                <a16:creationId xmlns:a16="http://schemas.microsoft.com/office/drawing/2014/main" id="{0DF1B5E0-FD79-4230-B3D0-006D6BDCBC6F}"/>
              </a:ext>
            </a:extLst>
          </p:cNvPr>
          <p:cNvSpPr>
            <a:spLocks noGrp="1"/>
          </p:cNvSpPr>
          <p:nvPr>
            <p:ph type="body" sz="quarter" idx="13" hasCustomPrompt="1"/>
          </p:nvPr>
        </p:nvSpPr>
        <p:spPr>
          <a:xfrm>
            <a:off x="4267201" y="5225830"/>
            <a:ext cx="6705600" cy="973358"/>
          </a:xfrm>
        </p:spPr>
        <p:txBody>
          <a:bodyPr/>
          <a:lstStyle>
            <a:lvl1pPr marL="0" indent="0" algn="l">
              <a:lnSpc>
                <a:spcPct val="100000"/>
              </a:lnSpc>
              <a:buNone/>
              <a:defRPr b="1">
                <a:solidFill>
                  <a:schemeClr val="tx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attribution</a:t>
            </a:r>
          </a:p>
        </p:txBody>
      </p:sp>
      <p:sp>
        <p:nvSpPr>
          <p:cNvPr id="15" name="TextBox 14">
            <a:extLst>
              <a:ext uri="{FF2B5EF4-FFF2-40B4-BE49-F238E27FC236}">
                <a16:creationId xmlns:a16="http://schemas.microsoft.com/office/drawing/2014/main" id="{8B305329-1D2F-EF7C-8F5E-7FE0825D5AF6}"/>
              </a:ext>
            </a:extLst>
          </p:cNvPr>
          <p:cNvSpPr txBox="1"/>
          <p:nvPr userDrawn="1"/>
        </p:nvSpPr>
        <p:spPr>
          <a:xfrm>
            <a:off x="3657601" y="746021"/>
            <a:ext cx="609600" cy="458271"/>
          </a:xfrm>
          <a:custGeom>
            <a:avLst/>
            <a:gdLst>
              <a:gd name="connsiteX0" fmla="*/ 490993 w 543326"/>
              <a:gd name="connsiteY0" fmla="*/ 0 h 408449"/>
              <a:gd name="connsiteX1" fmla="*/ 520879 w 543326"/>
              <a:gd name="connsiteY1" fmla="*/ 1423 h 408449"/>
              <a:gd name="connsiteX2" fmla="*/ 537602 w 543326"/>
              <a:gd name="connsiteY2" fmla="*/ 6760 h 408449"/>
              <a:gd name="connsiteX3" fmla="*/ 543294 w 543326"/>
              <a:gd name="connsiteY3" fmla="*/ 16366 h 408449"/>
              <a:gd name="connsiteX4" fmla="*/ 540092 w 543326"/>
              <a:gd name="connsiteY4" fmla="*/ 29886 h 408449"/>
              <a:gd name="connsiteX5" fmla="*/ 456837 w 543326"/>
              <a:gd name="connsiteY5" fmla="*/ 224149 h 408449"/>
              <a:gd name="connsiteX6" fmla="*/ 456837 w 543326"/>
              <a:gd name="connsiteY6" fmla="*/ 334445 h 408449"/>
              <a:gd name="connsiteX7" fmla="*/ 451500 w 543326"/>
              <a:gd name="connsiteY7" fmla="*/ 373226 h 408449"/>
              <a:gd name="connsiteX8" fmla="*/ 435133 w 543326"/>
              <a:gd name="connsiteY8" fmla="*/ 395641 h 408449"/>
              <a:gd name="connsiteX9" fmla="*/ 406670 w 543326"/>
              <a:gd name="connsiteY9" fmla="*/ 405959 h 408449"/>
              <a:gd name="connsiteX10" fmla="*/ 366466 w 543326"/>
              <a:gd name="connsiteY10" fmla="*/ 408449 h 408449"/>
              <a:gd name="connsiteX11" fmla="*/ 326617 w 543326"/>
              <a:gd name="connsiteY11" fmla="*/ 405959 h 408449"/>
              <a:gd name="connsiteX12" fmla="*/ 299577 w 543326"/>
              <a:gd name="connsiteY12" fmla="*/ 395641 h 408449"/>
              <a:gd name="connsiteX13" fmla="*/ 284278 w 543326"/>
              <a:gd name="connsiteY13" fmla="*/ 373226 h 408449"/>
              <a:gd name="connsiteX14" fmla="*/ 279652 w 543326"/>
              <a:gd name="connsiteY14" fmla="*/ 334445 h 408449"/>
              <a:gd name="connsiteX15" fmla="*/ 282143 w 543326"/>
              <a:gd name="connsiteY15" fmla="*/ 284634 h 408449"/>
              <a:gd name="connsiteX16" fmla="*/ 290326 w 543326"/>
              <a:gd name="connsiteY16" fmla="*/ 241227 h 408449"/>
              <a:gd name="connsiteX17" fmla="*/ 305625 w 543326"/>
              <a:gd name="connsiteY17" fmla="*/ 201378 h 408449"/>
              <a:gd name="connsiteX18" fmla="*/ 328752 w 543326"/>
              <a:gd name="connsiteY18" fmla="*/ 162241 h 408449"/>
              <a:gd name="connsiteX19" fmla="*/ 419123 w 543326"/>
              <a:gd name="connsiteY19" fmla="*/ 26328 h 408449"/>
              <a:gd name="connsiteX20" fmla="*/ 429441 w 543326"/>
              <a:gd name="connsiteY20" fmla="*/ 14232 h 408449"/>
              <a:gd name="connsiteX21" fmla="*/ 442961 w 543326"/>
              <a:gd name="connsiteY21" fmla="*/ 6048 h 408449"/>
              <a:gd name="connsiteX22" fmla="*/ 462529 w 543326"/>
              <a:gd name="connsiteY22" fmla="*/ 1423 h 408449"/>
              <a:gd name="connsiteX23" fmla="*/ 490993 w 543326"/>
              <a:gd name="connsiteY23" fmla="*/ 0 h 408449"/>
              <a:gd name="connsiteX24" fmla="*/ 211340 w 543326"/>
              <a:gd name="connsiteY24" fmla="*/ 0 h 408449"/>
              <a:gd name="connsiteX25" fmla="*/ 241227 w 543326"/>
              <a:gd name="connsiteY25" fmla="*/ 1423 h 408449"/>
              <a:gd name="connsiteX26" fmla="*/ 258305 w 543326"/>
              <a:gd name="connsiteY26" fmla="*/ 6760 h 408449"/>
              <a:gd name="connsiteX27" fmla="*/ 263997 w 543326"/>
              <a:gd name="connsiteY27" fmla="*/ 16366 h 408449"/>
              <a:gd name="connsiteX28" fmla="*/ 261151 w 543326"/>
              <a:gd name="connsiteY28" fmla="*/ 29886 h 408449"/>
              <a:gd name="connsiteX29" fmla="*/ 177184 w 543326"/>
              <a:gd name="connsiteY29" fmla="*/ 224149 h 408449"/>
              <a:gd name="connsiteX30" fmla="*/ 177184 w 543326"/>
              <a:gd name="connsiteY30" fmla="*/ 334445 h 408449"/>
              <a:gd name="connsiteX31" fmla="*/ 171847 w 543326"/>
              <a:gd name="connsiteY31" fmla="*/ 373226 h 408449"/>
              <a:gd name="connsiteX32" fmla="*/ 155481 w 543326"/>
              <a:gd name="connsiteY32" fmla="*/ 395641 h 408449"/>
              <a:gd name="connsiteX33" fmla="*/ 127373 w 543326"/>
              <a:gd name="connsiteY33" fmla="*/ 405959 h 408449"/>
              <a:gd name="connsiteX34" fmla="*/ 86813 w 543326"/>
              <a:gd name="connsiteY34" fmla="*/ 408449 h 408449"/>
              <a:gd name="connsiteX35" fmla="*/ 46964 w 543326"/>
              <a:gd name="connsiteY35" fmla="*/ 405959 h 408449"/>
              <a:gd name="connsiteX36" fmla="*/ 20280 w 543326"/>
              <a:gd name="connsiteY36" fmla="*/ 395641 h 408449"/>
              <a:gd name="connsiteX37" fmla="*/ 4981 w 543326"/>
              <a:gd name="connsiteY37" fmla="*/ 373226 h 408449"/>
              <a:gd name="connsiteX38" fmla="*/ 0 w 543326"/>
              <a:gd name="connsiteY38" fmla="*/ 334445 h 408449"/>
              <a:gd name="connsiteX39" fmla="*/ 2490 w 543326"/>
              <a:gd name="connsiteY39" fmla="*/ 284634 h 408449"/>
              <a:gd name="connsiteX40" fmla="*/ 10673 w 543326"/>
              <a:gd name="connsiteY40" fmla="*/ 241227 h 408449"/>
              <a:gd name="connsiteX41" fmla="*/ 25972 w 543326"/>
              <a:gd name="connsiteY41" fmla="*/ 201378 h 408449"/>
              <a:gd name="connsiteX42" fmla="*/ 49099 w 543326"/>
              <a:gd name="connsiteY42" fmla="*/ 162241 h 408449"/>
              <a:gd name="connsiteX43" fmla="*/ 140182 w 543326"/>
              <a:gd name="connsiteY43" fmla="*/ 26328 h 408449"/>
              <a:gd name="connsiteX44" fmla="*/ 150500 w 543326"/>
              <a:gd name="connsiteY44" fmla="*/ 14232 h 408449"/>
              <a:gd name="connsiteX45" fmla="*/ 164020 w 543326"/>
              <a:gd name="connsiteY45" fmla="*/ 6048 h 408449"/>
              <a:gd name="connsiteX46" fmla="*/ 183588 w 543326"/>
              <a:gd name="connsiteY46" fmla="*/ 1423 h 408449"/>
              <a:gd name="connsiteX47" fmla="*/ 211340 w 543326"/>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6" h="408449">
                <a:moveTo>
                  <a:pt x="490993" y="0"/>
                </a:moveTo>
                <a:cubicBezTo>
                  <a:pt x="503327" y="0"/>
                  <a:pt x="513289" y="474"/>
                  <a:pt x="520879" y="1423"/>
                </a:cubicBezTo>
                <a:cubicBezTo>
                  <a:pt x="528470" y="2372"/>
                  <a:pt x="534044" y="4151"/>
                  <a:pt x="537602" y="6760"/>
                </a:cubicBezTo>
                <a:cubicBezTo>
                  <a:pt x="541160" y="9369"/>
                  <a:pt x="543057" y="12571"/>
                  <a:pt x="543294" y="16366"/>
                </a:cubicBezTo>
                <a:cubicBezTo>
                  <a:pt x="543532" y="20161"/>
                  <a:pt x="542464" y="24668"/>
                  <a:pt x="540092" y="29886"/>
                </a:cubicBezTo>
                <a:lnTo>
                  <a:pt x="456837" y="224149"/>
                </a:lnTo>
                <a:lnTo>
                  <a:pt x="456837" y="334445"/>
                </a:lnTo>
                <a:cubicBezTo>
                  <a:pt x="456837" y="350574"/>
                  <a:pt x="455058" y="363501"/>
                  <a:pt x="451500" y="373226"/>
                </a:cubicBezTo>
                <a:cubicBezTo>
                  <a:pt x="447942" y="382951"/>
                  <a:pt x="442487" y="390423"/>
                  <a:pt x="435133" y="395641"/>
                </a:cubicBezTo>
                <a:cubicBezTo>
                  <a:pt x="427780" y="400859"/>
                  <a:pt x="418293" y="404299"/>
                  <a:pt x="406670" y="405959"/>
                </a:cubicBezTo>
                <a:cubicBezTo>
                  <a:pt x="395048" y="407619"/>
                  <a:pt x="381646" y="408449"/>
                  <a:pt x="366466" y="408449"/>
                </a:cubicBezTo>
                <a:cubicBezTo>
                  <a:pt x="350811" y="408449"/>
                  <a:pt x="337528" y="407619"/>
                  <a:pt x="326617" y="405959"/>
                </a:cubicBezTo>
                <a:cubicBezTo>
                  <a:pt x="315706" y="404299"/>
                  <a:pt x="306692" y="400859"/>
                  <a:pt x="299577" y="395641"/>
                </a:cubicBezTo>
                <a:cubicBezTo>
                  <a:pt x="292461" y="390423"/>
                  <a:pt x="287361" y="382951"/>
                  <a:pt x="284278" y="373226"/>
                </a:cubicBezTo>
                <a:cubicBezTo>
                  <a:pt x="281194" y="363501"/>
                  <a:pt x="279652" y="350574"/>
                  <a:pt x="279652" y="334445"/>
                </a:cubicBezTo>
                <a:cubicBezTo>
                  <a:pt x="279652" y="316418"/>
                  <a:pt x="280482" y="299814"/>
                  <a:pt x="282143" y="284634"/>
                </a:cubicBezTo>
                <a:cubicBezTo>
                  <a:pt x="283803" y="269453"/>
                  <a:pt x="286531" y="254984"/>
                  <a:pt x="290326" y="241227"/>
                </a:cubicBezTo>
                <a:cubicBezTo>
                  <a:pt x="294121" y="227470"/>
                  <a:pt x="299221" y="214187"/>
                  <a:pt x="305625" y="201378"/>
                </a:cubicBezTo>
                <a:cubicBezTo>
                  <a:pt x="312029" y="188570"/>
                  <a:pt x="319738" y="175524"/>
                  <a:pt x="328752" y="162241"/>
                </a:cubicBezTo>
                <a:lnTo>
                  <a:pt x="419123" y="26328"/>
                </a:lnTo>
                <a:cubicBezTo>
                  <a:pt x="422444" y="21585"/>
                  <a:pt x="425883" y="17552"/>
                  <a:pt x="429441" y="14232"/>
                </a:cubicBezTo>
                <a:cubicBezTo>
                  <a:pt x="432999" y="10911"/>
                  <a:pt x="437505" y="8183"/>
                  <a:pt x="442961" y="6048"/>
                </a:cubicBezTo>
                <a:cubicBezTo>
                  <a:pt x="448416" y="3914"/>
                  <a:pt x="454939" y="2372"/>
                  <a:pt x="462529" y="1423"/>
                </a:cubicBezTo>
                <a:cubicBezTo>
                  <a:pt x="470120" y="474"/>
                  <a:pt x="479608" y="0"/>
                  <a:pt x="490993" y="0"/>
                </a:cubicBezTo>
                <a:close/>
                <a:moveTo>
                  <a:pt x="211340" y="0"/>
                </a:moveTo>
                <a:cubicBezTo>
                  <a:pt x="223674" y="0"/>
                  <a:pt x="233637" y="474"/>
                  <a:pt x="241227" y="1423"/>
                </a:cubicBezTo>
                <a:cubicBezTo>
                  <a:pt x="248817" y="2372"/>
                  <a:pt x="254510" y="4151"/>
                  <a:pt x="258305" y="6760"/>
                </a:cubicBezTo>
                <a:cubicBezTo>
                  <a:pt x="262100" y="9369"/>
                  <a:pt x="263997" y="12571"/>
                  <a:pt x="263997" y="16366"/>
                </a:cubicBezTo>
                <a:cubicBezTo>
                  <a:pt x="263997" y="20161"/>
                  <a:pt x="263049" y="24668"/>
                  <a:pt x="261151" y="29886"/>
                </a:cubicBezTo>
                <a:lnTo>
                  <a:pt x="177184" y="224149"/>
                </a:lnTo>
                <a:lnTo>
                  <a:pt x="177184" y="334445"/>
                </a:lnTo>
                <a:cubicBezTo>
                  <a:pt x="177184" y="350574"/>
                  <a:pt x="175405" y="363501"/>
                  <a:pt x="171847" y="373226"/>
                </a:cubicBezTo>
                <a:cubicBezTo>
                  <a:pt x="168289" y="382951"/>
                  <a:pt x="162834" y="390423"/>
                  <a:pt x="155481" y="395641"/>
                </a:cubicBezTo>
                <a:cubicBezTo>
                  <a:pt x="148128" y="400859"/>
                  <a:pt x="138759" y="404299"/>
                  <a:pt x="127373" y="405959"/>
                </a:cubicBezTo>
                <a:cubicBezTo>
                  <a:pt x="115988" y="407619"/>
                  <a:pt x="102468" y="408449"/>
                  <a:pt x="86813" y="408449"/>
                </a:cubicBezTo>
                <a:cubicBezTo>
                  <a:pt x="71158" y="408449"/>
                  <a:pt x="57875" y="407619"/>
                  <a:pt x="46964" y="405959"/>
                </a:cubicBezTo>
                <a:cubicBezTo>
                  <a:pt x="36053" y="404299"/>
                  <a:pt x="27158" y="400859"/>
                  <a:pt x="20280" y="395641"/>
                </a:cubicBezTo>
                <a:cubicBezTo>
                  <a:pt x="13401" y="390423"/>
                  <a:pt x="8301" y="382951"/>
                  <a:pt x="4981" y="373226"/>
                </a:cubicBezTo>
                <a:cubicBezTo>
                  <a:pt x="1660" y="363501"/>
                  <a:pt x="0" y="350574"/>
                  <a:pt x="0" y="334445"/>
                </a:cubicBezTo>
                <a:cubicBezTo>
                  <a:pt x="0" y="316418"/>
                  <a:pt x="830" y="299814"/>
                  <a:pt x="2490" y="284634"/>
                </a:cubicBezTo>
                <a:cubicBezTo>
                  <a:pt x="4151" y="269453"/>
                  <a:pt x="6878" y="254984"/>
                  <a:pt x="10673" y="241227"/>
                </a:cubicBezTo>
                <a:cubicBezTo>
                  <a:pt x="14468" y="227470"/>
                  <a:pt x="19568" y="214187"/>
                  <a:pt x="25972" y="201378"/>
                </a:cubicBezTo>
                <a:cubicBezTo>
                  <a:pt x="32377" y="188570"/>
                  <a:pt x="40086" y="175524"/>
                  <a:pt x="49099" y="162241"/>
                </a:cubicBezTo>
                <a:lnTo>
                  <a:pt x="140182" y="26328"/>
                </a:lnTo>
                <a:cubicBezTo>
                  <a:pt x="143502" y="21585"/>
                  <a:pt x="146942" y="17552"/>
                  <a:pt x="150500" y="14232"/>
                </a:cubicBezTo>
                <a:cubicBezTo>
                  <a:pt x="154058" y="10911"/>
                  <a:pt x="158564" y="8183"/>
                  <a:pt x="164020" y="6048"/>
                </a:cubicBezTo>
                <a:cubicBezTo>
                  <a:pt x="169475" y="3914"/>
                  <a:pt x="175998" y="2372"/>
                  <a:pt x="183588" y="1423"/>
                </a:cubicBezTo>
                <a:cubicBezTo>
                  <a:pt x="191179" y="474"/>
                  <a:pt x="200429" y="0"/>
                  <a:pt x="211340"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a:solidFill>
                <a:schemeClr val="accent3"/>
              </a:solidFill>
            </a:endParaRPr>
          </a:p>
        </p:txBody>
      </p:sp>
      <p:sp>
        <p:nvSpPr>
          <p:cNvPr id="14" name="TextBox 13">
            <a:extLst>
              <a:ext uri="{FF2B5EF4-FFF2-40B4-BE49-F238E27FC236}">
                <a16:creationId xmlns:a16="http://schemas.microsoft.com/office/drawing/2014/main" id="{76FC7613-EC6C-9EFE-D02C-AD5E5C8730A5}"/>
              </a:ext>
            </a:extLst>
          </p:cNvPr>
          <p:cNvSpPr txBox="1"/>
          <p:nvPr userDrawn="1"/>
        </p:nvSpPr>
        <p:spPr>
          <a:xfrm>
            <a:off x="10972800" y="4767559"/>
            <a:ext cx="609601" cy="458271"/>
          </a:xfrm>
          <a:custGeom>
            <a:avLst/>
            <a:gdLst>
              <a:gd name="connsiteX0" fmla="*/ 456514 w 543327"/>
              <a:gd name="connsiteY0" fmla="*/ 0 h 408449"/>
              <a:gd name="connsiteX1" fmla="*/ 496363 w 543327"/>
              <a:gd name="connsiteY1" fmla="*/ 2490 h 408449"/>
              <a:gd name="connsiteX2" fmla="*/ 523047 w 543327"/>
              <a:gd name="connsiteY2" fmla="*/ 12808 h 408449"/>
              <a:gd name="connsiteX3" fmla="*/ 538346 w 543327"/>
              <a:gd name="connsiteY3" fmla="*/ 35223 h 408449"/>
              <a:gd name="connsiteX4" fmla="*/ 543327 w 543327"/>
              <a:gd name="connsiteY4" fmla="*/ 74005 h 408449"/>
              <a:gd name="connsiteX5" fmla="*/ 540837 w 543327"/>
              <a:gd name="connsiteY5" fmla="*/ 123816 h 408449"/>
              <a:gd name="connsiteX6" fmla="*/ 532654 w 543327"/>
              <a:gd name="connsiteY6" fmla="*/ 167222 h 408449"/>
              <a:gd name="connsiteX7" fmla="*/ 517710 w 543327"/>
              <a:gd name="connsiteY7" fmla="*/ 207071 h 408449"/>
              <a:gd name="connsiteX8" fmla="*/ 494228 w 543327"/>
              <a:gd name="connsiteY8" fmla="*/ 246208 h 408449"/>
              <a:gd name="connsiteX9" fmla="*/ 403145 w 543327"/>
              <a:gd name="connsiteY9" fmla="*/ 382121 h 408449"/>
              <a:gd name="connsiteX10" fmla="*/ 392827 w 543327"/>
              <a:gd name="connsiteY10" fmla="*/ 394218 h 408449"/>
              <a:gd name="connsiteX11" fmla="*/ 379307 w 543327"/>
              <a:gd name="connsiteY11" fmla="*/ 402401 h 408449"/>
              <a:gd name="connsiteX12" fmla="*/ 359738 w 543327"/>
              <a:gd name="connsiteY12" fmla="*/ 407026 h 408449"/>
              <a:gd name="connsiteX13" fmla="*/ 331987 w 543327"/>
              <a:gd name="connsiteY13" fmla="*/ 408449 h 408449"/>
              <a:gd name="connsiteX14" fmla="*/ 302100 w 543327"/>
              <a:gd name="connsiteY14" fmla="*/ 407026 h 408449"/>
              <a:gd name="connsiteX15" fmla="*/ 285378 w 543327"/>
              <a:gd name="connsiteY15" fmla="*/ 401689 h 408449"/>
              <a:gd name="connsiteX16" fmla="*/ 279685 w 543327"/>
              <a:gd name="connsiteY16" fmla="*/ 392083 h 408449"/>
              <a:gd name="connsiteX17" fmla="*/ 282176 w 543327"/>
              <a:gd name="connsiteY17" fmla="*/ 377851 h 408449"/>
              <a:gd name="connsiteX18" fmla="*/ 366143 w 543327"/>
              <a:gd name="connsiteY18" fmla="*/ 184300 h 408449"/>
              <a:gd name="connsiteX19" fmla="*/ 366143 w 543327"/>
              <a:gd name="connsiteY19" fmla="*/ 74005 h 408449"/>
              <a:gd name="connsiteX20" fmla="*/ 371480 w 543327"/>
              <a:gd name="connsiteY20" fmla="*/ 35223 h 408449"/>
              <a:gd name="connsiteX21" fmla="*/ 387490 w 543327"/>
              <a:gd name="connsiteY21" fmla="*/ 12808 h 408449"/>
              <a:gd name="connsiteX22" fmla="*/ 415598 w 543327"/>
              <a:gd name="connsiteY22" fmla="*/ 2490 h 408449"/>
              <a:gd name="connsiteX23" fmla="*/ 456514 w 543327"/>
              <a:gd name="connsiteY23" fmla="*/ 0 h 408449"/>
              <a:gd name="connsiteX24" fmla="*/ 177573 w 543327"/>
              <a:gd name="connsiteY24" fmla="*/ 0 h 408449"/>
              <a:gd name="connsiteX25" fmla="*/ 217422 w 543327"/>
              <a:gd name="connsiteY25" fmla="*/ 2490 h 408449"/>
              <a:gd name="connsiteX26" fmla="*/ 244106 w 543327"/>
              <a:gd name="connsiteY26" fmla="*/ 12808 h 408449"/>
              <a:gd name="connsiteX27" fmla="*/ 259405 w 543327"/>
              <a:gd name="connsiteY27" fmla="*/ 35223 h 408449"/>
              <a:gd name="connsiteX28" fmla="*/ 264386 w 543327"/>
              <a:gd name="connsiteY28" fmla="*/ 74005 h 408449"/>
              <a:gd name="connsiteX29" fmla="*/ 261896 w 543327"/>
              <a:gd name="connsiteY29" fmla="*/ 123816 h 408449"/>
              <a:gd name="connsiteX30" fmla="*/ 253713 w 543327"/>
              <a:gd name="connsiteY30" fmla="*/ 167222 h 408449"/>
              <a:gd name="connsiteX31" fmla="*/ 238413 w 543327"/>
              <a:gd name="connsiteY31" fmla="*/ 207071 h 408449"/>
              <a:gd name="connsiteX32" fmla="*/ 215287 w 543327"/>
              <a:gd name="connsiteY32" fmla="*/ 246208 h 408449"/>
              <a:gd name="connsiteX33" fmla="*/ 123493 w 543327"/>
              <a:gd name="connsiteY33" fmla="*/ 382121 h 408449"/>
              <a:gd name="connsiteX34" fmla="*/ 113530 w 543327"/>
              <a:gd name="connsiteY34" fmla="*/ 394218 h 408449"/>
              <a:gd name="connsiteX35" fmla="*/ 99654 w 543327"/>
              <a:gd name="connsiteY35" fmla="*/ 402401 h 408449"/>
              <a:gd name="connsiteX36" fmla="*/ 80442 w 543327"/>
              <a:gd name="connsiteY36" fmla="*/ 407026 h 408449"/>
              <a:gd name="connsiteX37" fmla="*/ 53046 w 543327"/>
              <a:gd name="connsiteY37" fmla="*/ 408449 h 408449"/>
              <a:gd name="connsiteX38" fmla="*/ 22803 w 543327"/>
              <a:gd name="connsiteY38" fmla="*/ 407026 h 408449"/>
              <a:gd name="connsiteX39" fmla="*/ 5725 w 543327"/>
              <a:gd name="connsiteY39" fmla="*/ 401689 h 408449"/>
              <a:gd name="connsiteX40" fmla="*/ 33 w 543327"/>
              <a:gd name="connsiteY40" fmla="*/ 392083 h 408449"/>
              <a:gd name="connsiteX41" fmla="*/ 3235 w 543327"/>
              <a:gd name="connsiteY41" fmla="*/ 377851 h 408449"/>
              <a:gd name="connsiteX42" fmla="*/ 87202 w 543327"/>
              <a:gd name="connsiteY42" fmla="*/ 184300 h 408449"/>
              <a:gd name="connsiteX43" fmla="*/ 87202 w 543327"/>
              <a:gd name="connsiteY43" fmla="*/ 74005 h 408449"/>
              <a:gd name="connsiteX44" fmla="*/ 92183 w 543327"/>
              <a:gd name="connsiteY44" fmla="*/ 35223 h 408449"/>
              <a:gd name="connsiteX45" fmla="*/ 108193 w 543327"/>
              <a:gd name="connsiteY45" fmla="*/ 12808 h 408449"/>
              <a:gd name="connsiteX46" fmla="*/ 136657 w 543327"/>
              <a:gd name="connsiteY46" fmla="*/ 2490 h 408449"/>
              <a:gd name="connsiteX47" fmla="*/ 177573 w 543327"/>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7" h="408449">
                <a:moveTo>
                  <a:pt x="456514" y="0"/>
                </a:moveTo>
                <a:cubicBezTo>
                  <a:pt x="472169" y="0"/>
                  <a:pt x="485452" y="830"/>
                  <a:pt x="496363" y="2490"/>
                </a:cubicBezTo>
                <a:cubicBezTo>
                  <a:pt x="507274" y="4151"/>
                  <a:pt x="516169" y="7590"/>
                  <a:pt x="523047" y="12808"/>
                </a:cubicBezTo>
                <a:cubicBezTo>
                  <a:pt x="529926" y="18027"/>
                  <a:pt x="535026" y="25498"/>
                  <a:pt x="538346" y="35223"/>
                </a:cubicBezTo>
                <a:cubicBezTo>
                  <a:pt x="541667" y="44948"/>
                  <a:pt x="543327" y="57875"/>
                  <a:pt x="543327" y="74005"/>
                </a:cubicBezTo>
                <a:cubicBezTo>
                  <a:pt x="543327" y="92031"/>
                  <a:pt x="542497" y="108635"/>
                  <a:pt x="540837" y="123816"/>
                </a:cubicBezTo>
                <a:cubicBezTo>
                  <a:pt x="539177" y="138996"/>
                  <a:pt x="536449" y="153465"/>
                  <a:pt x="532654" y="167222"/>
                </a:cubicBezTo>
                <a:cubicBezTo>
                  <a:pt x="528859" y="180980"/>
                  <a:pt x="523877" y="194262"/>
                  <a:pt x="517710" y="207071"/>
                </a:cubicBezTo>
                <a:cubicBezTo>
                  <a:pt x="511543" y="219879"/>
                  <a:pt x="503716" y="232925"/>
                  <a:pt x="494228" y="246208"/>
                </a:cubicBezTo>
                <a:lnTo>
                  <a:pt x="403145" y="382121"/>
                </a:lnTo>
                <a:cubicBezTo>
                  <a:pt x="399824" y="386865"/>
                  <a:pt x="396385" y="390897"/>
                  <a:pt x="392827" y="394218"/>
                </a:cubicBezTo>
                <a:cubicBezTo>
                  <a:pt x="389269" y="397538"/>
                  <a:pt x="384763" y="400266"/>
                  <a:pt x="379307" y="402401"/>
                </a:cubicBezTo>
                <a:cubicBezTo>
                  <a:pt x="373852" y="404536"/>
                  <a:pt x="367329" y="406077"/>
                  <a:pt x="359738" y="407026"/>
                </a:cubicBezTo>
                <a:cubicBezTo>
                  <a:pt x="352148" y="407975"/>
                  <a:pt x="342898" y="408449"/>
                  <a:pt x="331987" y="408449"/>
                </a:cubicBezTo>
                <a:cubicBezTo>
                  <a:pt x="319653" y="408449"/>
                  <a:pt x="309690" y="407975"/>
                  <a:pt x="302100" y="407026"/>
                </a:cubicBezTo>
                <a:cubicBezTo>
                  <a:pt x="294510" y="406077"/>
                  <a:pt x="288936" y="404299"/>
                  <a:pt x="285378" y="401689"/>
                </a:cubicBezTo>
                <a:cubicBezTo>
                  <a:pt x="281820" y="399080"/>
                  <a:pt x="279923" y="395878"/>
                  <a:pt x="279685" y="392083"/>
                </a:cubicBezTo>
                <a:cubicBezTo>
                  <a:pt x="279448" y="388288"/>
                  <a:pt x="280278" y="383544"/>
                  <a:pt x="282176" y="377851"/>
                </a:cubicBezTo>
                <a:lnTo>
                  <a:pt x="366143" y="184300"/>
                </a:lnTo>
                <a:lnTo>
                  <a:pt x="366143" y="74005"/>
                </a:lnTo>
                <a:cubicBezTo>
                  <a:pt x="366143" y="57875"/>
                  <a:pt x="367922" y="44948"/>
                  <a:pt x="371480" y="35223"/>
                </a:cubicBezTo>
                <a:cubicBezTo>
                  <a:pt x="375038" y="25498"/>
                  <a:pt x="380374" y="18027"/>
                  <a:pt x="387490" y="12808"/>
                </a:cubicBezTo>
                <a:cubicBezTo>
                  <a:pt x="394606" y="7590"/>
                  <a:pt x="403975" y="4151"/>
                  <a:pt x="415598" y="2490"/>
                </a:cubicBezTo>
                <a:cubicBezTo>
                  <a:pt x="427220" y="830"/>
                  <a:pt x="440859" y="0"/>
                  <a:pt x="456514" y="0"/>
                </a:cubicBezTo>
                <a:close/>
                <a:moveTo>
                  <a:pt x="177573" y="0"/>
                </a:moveTo>
                <a:cubicBezTo>
                  <a:pt x="193228" y="0"/>
                  <a:pt x="206511" y="830"/>
                  <a:pt x="217422" y="2490"/>
                </a:cubicBezTo>
                <a:cubicBezTo>
                  <a:pt x="228333" y="4151"/>
                  <a:pt x="237228" y="7590"/>
                  <a:pt x="244106" y="12808"/>
                </a:cubicBezTo>
                <a:cubicBezTo>
                  <a:pt x="250985" y="18027"/>
                  <a:pt x="256085" y="25498"/>
                  <a:pt x="259405" y="35223"/>
                </a:cubicBezTo>
                <a:cubicBezTo>
                  <a:pt x="262726" y="44948"/>
                  <a:pt x="264386" y="57875"/>
                  <a:pt x="264386" y="74005"/>
                </a:cubicBezTo>
                <a:cubicBezTo>
                  <a:pt x="264386" y="92031"/>
                  <a:pt x="263556" y="108635"/>
                  <a:pt x="261896" y="123816"/>
                </a:cubicBezTo>
                <a:cubicBezTo>
                  <a:pt x="260235" y="138996"/>
                  <a:pt x="257508" y="153465"/>
                  <a:pt x="253713" y="167222"/>
                </a:cubicBezTo>
                <a:cubicBezTo>
                  <a:pt x="249917" y="180980"/>
                  <a:pt x="244818" y="194262"/>
                  <a:pt x="238413" y="207071"/>
                </a:cubicBezTo>
                <a:cubicBezTo>
                  <a:pt x="232009" y="219879"/>
                  <a:pt x="224300" y="232925"/>
                  <a:pt x="215287" y="246208"/>
                </a:cubicBezTo>
                <a:lnTo>
                  <a:pt x="123493" y="382121"/>
                </a:lnTo>
                <a:cubicBezTo>
                  <a:pt x="120646" y="386865"/>
                  <a:pt x="117326" y="390897"/>
                  <a:pt x="113530" y="394218"/>
                </a:cubicBezTo>
                <a:cubicBezTo>
                  <a:pt x="109735" y="397538"/>
                  <a:pt x="105110" y="400266"/>
                  <a:pt x="99654" y="402401"/>
                </a:cubicBezTo>
                <a:cubicBezTo>
                  <a:pt x="94199" y="404536"/>
                  <a:pt x="87795" y="406077"/>
                  <a:pt x="80442" y="407026"/>
                </a:cubicBezTo>
                <a:cubicBezTo>
                  <a:pt x="73089" y="407975"/>
                  <a:pt x="63957" y="408449"/>
                  <a:pt x="53046" y="408449"/>
                </a:cubicBezTo>
                <a:cubicBezTo>
                  <a:pt x="40712" y="408449"/>
                  <a:pt x="30631" y="407975"/>
                  <a:pt x="22803" y="407026"/>
                </a:cubicBezTo>
                <a:cubicBezTo>
                  <a:pt x="14976" y="406077"/>
                  <a:pt x="9283" y="404299"/>
                  <a:pt x="5725" y="401689"/>
                </a:cubicBezTo>
                <a:cubicBezTo>
                  <a:pt x="2167" y="399080"/>
                  <a:pt x="270" y="395878"/>
                  <a:pt x="33" y="392083"/>
                </a:cubicBezTo>
                <a:cubicBezTo>
                  <a:pt x="-204" y="388288"/>
                  <a:pt x="863" y="383544"/>
                  <a:pt x="3235" y="377851"/>
                </a:cubicBezTo>
                <a:lnTo>
                  <a:pt x="87202" y="184300"/>
                </a:lnTo>
                <a:lnTo>
                  <a:pt x="87202" y="74005"/>
                </a:lnTo>
                <a:cubicBezTo>
                  <a:pt x="87202" y="57875"/>
                  <a:pt x="88862" y="44948"/>
                  <a:pt x="92183" y="35223"/>
                </a:cubicBezTo>
                <a:cubicBezTo>
                  <a:pt x="95504" y="25498"/>
                  <a:pt x="100841" y="18027"/>
                  <a:pt x="108193" y="12808"/>
                </a:cubicBezTo>
                <a:cubicBezTo>
                  <a:pt x="115547" y="7590"/>
                  <a:pt x="125034" y="4151"/>
                  <a:pt x="136657" y="2490"/>
                </a:cubicBezTo>
                <a:cubicBezTo>
                  <a:pt x="148279" y="830"/>
                  <a:pt x="161918" y="0"/>
                  <a:pt x="177573"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a:solidFill>
                <a:schemeClr val="accent3"/>
              </a:solidFill>
            </a:endParaRPr>
          </a:p>
        </p:txBody>
      </p:sp>
    </p:spTree>
    <p:custDataLst>
      <p:tags r:id="rId1"/>
    </p:custDataLst>
    <p:extLst>
      <p:ext uri="{BB962C8B-B14F-4D97-AF65-F5344CB8AC3E}">
        <p14:creationId xmlns:p14="http://schemas.microsoft.com/office/powerpoint/2010/main" val="32726362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67A6BD22-A0FD-E747-A45C-6A8FB5227CDB}"/>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1735533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 and 3 Points">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EC615CB5-4947-47D0-B400-A69B3468C41A}"/>
              </a:ext>
            </a:extLst>
          </p:cNvPr>
          <p:cNvSpPr>
            <a:spLocks noGrp="1"/>
          </p:cNvSpPr>
          <p:nvPr>
            <p:ph type="body" sz="quarter" idx="111" hasCustomPrompt="1"/>
          </p:nvPr>
        </p:nvSpPr>
        <p:spPr>
          <a:xfrm>
            <a:off x="4876800" y="5541963"/>
            <a:ext cx="6705599" cy="657225"/>
          </a:xfrm>
        </p:spPr>
        <p:txBody>
          <a:bodyPr lIns="0" tIns="0" rIns="0" bIns="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3" name="Picture Placeholder 13">
            <a:extLst>
              <a:ext uri="{FF2B5EF4-FFF2-40B4-BE49-F238E27FC236}">
                <a16:creationId xmlns:a16="http://schemas.microsoft.com/office/drawing/2014/main" id="{40B35679-83CF-4DE2-BCA6-286802F65026}"/>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a:t>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a:t>
            </a:r>
            <a:br>
              <a:rPr lang="en-US"/>
            </a:br>
            <a:r>
              <a:rPr lang="en-US"/>
              <a:t>within the frame by using the </a:t>
            </a:r>
            <a:br>
              <a:rPr lang="en-US"/>
            </a:br>
            <a:r>
              <a:rPr lang="en-US"/>
              <a:t>Crop feature in the Picture Format</a:t>
            </a:r>
            <a:br>
              <a:rPr lang="en-US"/>
            </a:br>
            <a:r>
              <a:rPr lang="en-US"/>
              <a:t>tab of the ribbon.</a:t>
            </a:r>
            <a:br>
              <a:rPr lang="en-US"/>
            </a:br>
            <a:r>
              <a:rPr lang="en-US"/>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922060"/>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3141000"/>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4357201"/>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8" name="Text Placeholder 7">
            <a:extLst>
              <a:ext uri="{FF2B5EF4-FFF2-40B4-BE49-F238E27FC236}">
                <a16:creationId xmlns:a16="http://schemas.microsoft.com/office/drawing/2014/main" id="{BED2D347-F52F-43C1-87F8-DDC9498C0F38}"/>
              </a:ext>
            </a:extLst>
          </p:cNvPr>
          <p:cNvSpPr>
            <a:spLocks noGrp="1"/>
          </p:cNvSpPr>
          <p:nvPr>
            <p:ph type="body" sz="quarter" idx="26" hasCustomPrompt="1"/>
          </p:nvPr>
        </p:nvSpPr>
        <p:spPr>
          <a:xfrm>
            <a:off x="4876800" y="1906500"/>
            <a:ext cx="609599" cy="609599"/>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16" name="Text Placeholder 7">
            <a:extLst>
              <a:ext uri="{FF2B5EF4-FFF2-40B4-BE49-F238E27FC236}">
                <a16:creationId xmlns:a16="http://schemas.microsoft.com/office/drawing/2014/main" id="{4A674ED9-5FA4-4FE1-86F0-863ECF4F5C27}"/>
              </a:ext>
            </a:extLst>
          </p:cNvPr>
          <p:cNvSpPr>
            <a:spLocks noGrp="1"/>
          </p:cNvSpPr>
          <p:nvPr>
            <p:ph type="body" sz="quarter" idx="27" hasCustomPrompt="1"/>
          </p:nvPr>
        </p:nvSpPr>
        <p:spPr>
          <a:xfrm>
            <a:off x="4876800" y="3124201"/>
            <a:ext cx="609599" cy="609599"/>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2" name="Text Placeholder 7">
            <a:extLst>
              <a:ext uri="{FF2B5EF4-FFF2-40B4-BE49-F238E27FC236}">
                <a16:creationId xmlns:a16="http://schemas.microsoft.com/office/drawing/2014/main" id="{DC1651B7-FA29-4E69-8977-501BC13BB59B}"/>
              </a:ext>
            </a:extLst>
          </p:cNvPr>
          <p:cNvSpPr>
            <a:spLocks noGrp="1"/>
          </p:cNvSpPr>
          <p:nvPr>
            <p:ph type="body" sz="quarter" idx="28" hasCustomPrompt="1"/>
          </p:nvPr>
        </p:nvSpPr>
        <p:spPr>
          <a:xfrm>
            <a:off x="4876800" y="4340402"/>
            <a:ext cx="609599" cy="609599"/>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 name="Title 3">
            <a:extLst>
              <a:ext uri="{FF2B5EF4-FFF2-40B4-BE49-F238E27FC236}">
                <a16:creationId xmlns:a16="http://schemas.microsoft.com/office/drawing/2014/main" id="{2B653712-A247-D64C-1DBA-F05D2671FA4D}"/>
              </a:ext>
            </a:extLst>
          </p:cNvPr>
          <p:cNvSpPr>
            <a:spLocks noGrp="1"/>
          </p:cNvSpPr>
          <p:nvPr>
            <p:ph type="title" hasCustomPrompt="1"/>
          </p:nvPr>
        </p:nvSpPr>
        <p:spPr>
          <a:xfrm>
            <a:off x="4876800" y="401638"/>
            <a:ext cx="6705599"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19240242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and 4 Points">
    <p:spTree>
      <p:nvGrpSpPr>
        <p:cNvPr id="1" name=""/>
        <p:cNvGrpSpPr/>
        <p:nvPr/>
      </p:nvGrpSpPr>
      <p:grpSpPr>
        <a:xfrm>
          <a:off x="0" y="0"/>
          <a:ext cx="0" cy="0"/>
          <a:chOff x="0" y="0"/>
          <a:chExt cx="0" cy="0"/>
        </a:xfrm>
      </p:grpSpPr>
      <p:sp>
        <p:nvSpPr>
          <p:cNvPr id="15" name="Text Placeholder 96">
            <a:extLst>
              <a:ext uri="{FF2B5EF4-FFF2-40B4-BE49-F238E27FC236}">
                <a16:creationId xmlns:a16="http://schemas.microsoft.com/office/drawing/2014/main" id="{EA0CACC8-E0A6-4BD0-B30E-E2F76A3686F9}"/>
              </a:ext>
            </a:extLst>
          </p:cNvPr>
          <p:cNvSpPr>
            <a:spLocks noGrp="1"/>
          </p:cNvSpPr>
          <p:nvPr>
            <p:ph type="body" sz="quarter" idx="111" hasCustomPrompt="1"/>
          </p:nvPr>
        </p:nvSpPr>
        <p:spPr>
          <a:xfrm>
            <a:off x="4876800" y="5539988"/>
            <a:ext cx="6705600" cy="657225"/>
          </a:xfrm>
        </p:spPr>
        <p:txBody>
          <a:bodyPr lIns="0" tIns="0" rIns="0" bIns="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7" name="Picture Placeholder 13">
            <a:extLst>
              <a:ext uri="{FF2B5EF4-FFF2-40B4-BE49-F238E27FC236}">
                <a16:creationId xmlns:a16="http://schemas.microsoft.com/office/drawing/2014/main" id="{3DA75641-709C-423B-B1F0-AD4EF905E59B}"/>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a:t>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a:t>
            </a:r>
            <a:br>
              <a:rPr lang="en-US"/>
            </a:br>
            <a:r>
              <a:rPr lang="en-US"/>
              <a:t>within the frame by using the </a:t>
            </a:r>
            <a:br>
              <a:rPr lang="en-US"/>
            </a:br>
            <a:r>
              <a:rPr lang="en-US"/>
              <a:t>Crop feature in the Picture Format</a:t>
            </a:r>
            <a:br>
              <a:rPr lang="en-US"/>
            </a:br>
            <a:r>
              <a:rPr lang="en-US"/>
              <a:t>tab of the ribbon.</a:t>
            </a:r>
            <a:br>
              <a:rPr lang="en-US"/>
            </a:br>
            <a:r>
              <a:rPr lang="en-US"/>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768551"/>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2685286"/>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3598200"/>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791200" y="4512600"/>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16" name="Text Placeholder 7">
            <a:extLst>
              <a:ext uri="{FF2B5EF4-FFF2-40B4-BE49-F238E27FC236}">
                <a16:creationId xmlns:a16="http://schemas.microsoft.com/office/drawing/2014/main" id="{A405DB1E-6924-443C-A8B8-FFCED6D04408}"/>
              </a:ext>
            </a:extLst>
          </p:cNvPr>
          <p:cNvSpPr>
            <a:spLocks noGrp="1"/>
          </p:cNvSpPr>
          <p:nvPr>
            <p:ph type="body" sz="quarter" idx="28" hasCustomPrompt="1"/>
          </p:nvPr>
        </p:nvSpPr>
        <p:spPr>
          <a:xfrm>
            <a:off x="4876800" y="1751751"/>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2" name="Text Placeholder 7">
            <a:extLst>
              <a:ext uri="{FF2B5EF4-FFF2-40B4-BE49-F238E27FC236}">
                <a16:creationId xmlns:a16="http://schemas.microsoft.com/office/drawing/2014/main" id="{7620A9FC-75F4-4534-8E23-737EFB4DB02B}"/>
              </a:ext>
            </a:extLst>
          </p:cNvPr>
          <p:cNvSpPr>
            <a:spLocks noGrp="1"/>
          </p:cNvSpPr>
          <p:nvPr>
            <p:ph type="body" sz="quarter" idx="29" hasCustomPrompt="1"/>
          </p:nvPr>
        </p:nvSpPr>
        <p:spPr>
          <a:xfrm>
            <a:off x="4876800" y="2668486"/>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3" name="Text Placeholder 7">
            <a:extLst>
              <a:ext uri="{FF2B5EF4-FFF2-40B4-BE49-F238E27FC236}">
                <a16:creationId xmlns:a16="http://schemas.microsoft.com/office/drawing/2014/main" id="{D0C7DB09-B358-4330-A556-6A32306FB6FF}"/>
              </a:ext>
            </a:extLst>
          </p:cNvPr>
          <p:cNvSpPr>
            <a:spLocks noGrp="1"/>
          </p:cNvSpPr>
          <p:nvPr>
            <p:ph type="body" sz="quarter" idx="30" hasCustomPrompt="1"/>
          </p:nvPr>
        </p:nvSpPr>
        <p:spPr>
          <a:xfrm>
            <a:off x="4876800" y="3581400"/>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4" name="Text Placeholder 7">
            <a:extLst>
              <a:ext uri="{FF2B5EF4-FFF2-40B4-BE49-F238E27FC236}">
                <a16:creationId xmlns:a16="http://schemas.microsoft.com/office/drawing/2014/main" id="{D7F83E1A-C572-414D-B749-C4B0072E45A8}"/>
              </a:ext>
            </a:extLst>
          </p:cNvPr>
          <p:cNvSpPr>
            <a:spLocks noGrp="1"/>
          </p:cNvSpPr>
          <p:nvPr>
            <p:ph type="body" sz="quarter" idx="31" hasCustomPrompt="1"/>
          </p:nvPr>
        </p:nvSpPr>
        <p:spPr>
          <a:xfrm>
            <a:off x="4876800" y="4495800"/>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 name="Title 3">
            <a:extLst>
              <a:ext uri="{FF2B5EF4-FFF2-40B4-BE49-F238E27FC236}">
                <a16:creationId xmlns:a16="http://schemas.microsoft.com/office/drawing/2014/main" id="{E2A47C52-FB27-86CD-F04A-AE8DE1BB813A}"/>
              </a:ext>
            </a:extLst>
          </p:cNvPr>
          <p:cNvSpPr>
            <a:spLocks noGrp="1"/>
          </p:cNvSpPr>
          <p:nvPr>
            <p:ph type="title" hasCustomPrompt="1"/>
          </p:nvPr>
        </p:nvSpPr>
        <p:spPr>
          <a:xfrm>
            <a:off x="4876800" y="401638"/>
            <a:ext cx="6705599"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416497069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and 5 Points">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5F6A1124-9F09-4D7A-B563-659BB17D0B1A}"/>
              </a:ext>
            </a:extLst>
          </p:cNvPr>
          <p:cNvSpPr>
            <a:spLocks noGrp="1"/>
          </p:cNvSpPr>
          <p:nvPr>
            <p:ph type="body" sz="quarter" idx="111" hasCustomPrompt="1"/>
          </p:nvPr>
        </p:nvSpPr>
        <p:spPr>
          <a:xfrm>
            <a:off x="4876799" y="5541963"/>
            <a:ext cx="6705601" cy="657225"/>
          </a:xfrm>
        </p:spPr>
        <p:txBody>
          <a:bodyPr lIns="0" tIns="0" rIns="0" bIns="0" anchor="b" anchorCtr="0">
            <a:noAutofit/>
          </a:bodyPr>
          <a:lstStyle>
            <a:lvl1pPr>
              <a:lnSpc>
                <a:spcPct val="100000"/>
              </a:lnSpc>
              <a:spcAft>
                <a:spcPts val="300"/>
              </a:spcAft>
              <a:buNone/>
              <a:defRPr sz="800"/>
            </a:lvl1pPr>
          </a:lstStyle>
          <a:p>
            <a:pPr lvl="0"/>
            <a:r>
              <a:rPr lang="en-US"/>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7" name="Picture Placeholder 13">
            <a:extLst>
              <a:ext uri="{FF2B5EF4-FFF2-40B4-BE49-F238E27FC236}">
                <a16:creationId xmlns:a16="http://schemas.microsoft.com/office/drawing/2014/main" id="{606F2FD5-F128-4C4F-BF0A-3F6CBBABE385}"/>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a:t>_____________________________</a:t>
            </a:r>
            <a:br>
              <a:rPr lang="en-US"/>
            </a:br>
            <a:br>
              <a:rPr lang="en-US"/>
            </a:br>
            <a:r>
              <a:rPr lang="en-US"/>
              <a:t>To add a brand image here:</a:t>
            </a:r>
            <a:br>
              <a:rPr lang="en-US"/>
            </a:br>
            <a:r>
              <a:rPr lang="en-US"/>
              <a:t>Select this placeholder and click </a:t>
            </a:r>
            <a:br>
              <a:rPr lang="en-US"/>
            </a:br>
            <a:r>
              <a:rPr lang="en-US"/>
              <a:t>Brand Pictures in </a:t>
            </a:r>
            <a:r>
              <a:rPr lang="en-US" err="1"/>
              <a:t>BrandIn</a:t>
            </a:r>
            <a:r>
              <a:rPr lang="en-US"/>
              <a:t>.</a:t>
            </a:r>
            <a:br>
              <a:rPr lang="en-US"/>
            </a:br>
            <a:br>
              <a:rPr lang="en-US"/>
            </a:br>
            <a:r>
              <a:rPr lang="en-US"/>
              <a:t>Clicking the icon will insert an </a:t>
            </a:r>
            <a:br>
              <a:rPr lang="en-US"/>
            </a:br>
            <a:r>
              <a:rPr lang="en-US"/>
              <a:t>image from your own files.</a:t>
            </a:r>
            <a:br>
              <a:rPr lang="en-US"/>
            </a:br>
            <a:br>
              <a:rPr lang="en-US"/>
            </a:br>
            <a:br>
              <a:rPr lang="en-US"/>
            </a:br>
            <a:br>
              <a:rPr lang="en-US"/>
            </a:br>
            <a:r>
              <a:rPr lang="en-US"/>
              <a:t>The image can then be scaled </a:t>
            </a:r>
            <a:br>
              <a:rPr lang="en-US"/>
            </a:br>
            <a:r>
              <a:rPr lang="en-US"/>
              <a:t>within the frame by using the </a:t>
            </a:r>
            <a:br>
              <a:rPr lang="en-US"/>
            </a:br>
            <a:r>
              <a:rPr lang="en-US"/>
              <a:t>Crop feature in the Picture Format</a:t>
            </a:r>
            <a:br>
              <a:rPr lang="en-US"/>
            </a:br>
            <a:r>
              <a:rPr lang="en-US"/>
              <a:t>tab of the ribbon.</a:t>
            </a:r>
            <a:br>
              <a:rPr lang="en-US"/>
            </a:br>
            <a:r>
              <a:rPr lang="en-US"/>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614113"/>
            <a:ext cx="5791199" cy="576000"/>
          </a:xfrm>
        </p:spPr>
        <p:txBody>
          <a:bodyPr bIns="0" anchor="ctr" anchorCtr="0"/>
          <a:lstStyle>
            <a:lvl1pPr marL="0" indent="0">
              <a:lnSpc>
                <a:spcPct val="100000"/>
              </a:lnSpc>
              <a:buNone/>
              <a:defRPr/>
            </a:lvl1pPr>
          </a:lstStyle>
          <a:p>
            <a:pPr lvl="0"/>
            <a:r>
              <a:rPr lang="en-US"/>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2377735"/>
            <a:ext cx="5791199" cy="576000"/>
          </a:xfrm>
        </p:spPr>
        <p:txBody>
          <a:bodyPr bIns="0" anchor="ctr" anchorCtr="0"/>
          <a:lstStyle>
            <a:lvl1pPr marL="0" indent="0">
              <a:lnSpc>
                <a:spcPct val="100000"/>
              </a:lnSpc>
              <a:buNone/>
              <a:defRPr/>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3141357"/>
            <a:ext cx="5791199" cy="576000"/>
          </a:xfrm>
        </p:spPr>
        <p:txBody>
          <a:bodyPr bIns="0" anchor="ctr" anchorCtr="0"/>
          <a:lstStyle>
            <a:lvl1pPr marL="0" indent="0">
              <a:lnSpc>
                <a:spcPct val="100000"/>
              </a:lnSpc>
              <a:buNone/>
              <a:defRPr/>
            </a:lvl1pPr>
          </a:lstStyle>
          <a:p>
            <a:pPr lvl="0"/>
            <a:r>
              <a:rPr lang="en-US"/>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791200" y="3904979"/>
            <a:ext cx="5791199" cy="576000"/>
          </a:xfrm>
        </p:spPr>
        <p:txBody>
          <a:bodyPr bIns="0" anchor="ctr" anchorCtr="0"/>
          <a:lstStyle>
            <a:lvl1pPr marL="0" indent="0">
              <a:lnSpc>
                <a:spcPct val="100000"/>
              </a:lnSpc>
              <a:buNone/>
              <a:defRPr/>
            </a:lvl1pPr>
          </a:lstStyle>
          <a:p>
            <a:pPr lvl="0"/>
            <a:r>
              <a:rPr lang="en-US"/>
              <a:t>Click to add item</a:t>
            </a:r>
          </a:p>
        </p:txBody>
      </p:sp>
      <p:sp>
        <p:nvSpPr>
          <p:cNvPr id="16" name="Text Placeholder 5">
            <a:extLst>
              <a:ext uri="{FF2B5EF4-FFF2-40B4-BE49-F238E27FC236}">
                <a16:creationId xmlns:a16="http://schemas.microsoft.com/office/drawing/2014/main" id="{5E299348-94D5-4256-BE1F-91C31CCEE98F}"/>
              </a:ext>
            </a:extLst>
          </p:cNvPr>
          <p:cNvSpPr>
            <a:spLocks noGrp="1"/>
          </p:cNvSpPr>
          <p:nvPr>
            <p:ph type="body" sz="quarter" idx="28" hasCustomPrompt="1"/>
          </p:nvPr>
        </p:nvSpPr>
        <p:spPr>
          <a:xfrm>
            <a:off x="5791200" y="4668603"/>
            <a:ext cx="5791199" cy="576000"/>
          </a:xfrm>
        </p:spPr>
        <p:txBody>
          <a:bodyPr bIns="0" anchor="ctr" anchorCtr="0"/>
          <a:lstStyle>
            <a:lvl1pPr marL="0" indent="0">
              <a:lnSpc>
                <a:spcPct val="100000"/>
              </a:lnSpc>
              <a:buNone/>
              <a:defRPr/>
            </a:lvl1pPr>
          </a:lstStyle>
          <a:p>
            <a:pPr lvl="0"/>
            <a:r>
              <a:rPr lang="en-US"/>
              <a:t>Click to add item</a:t>
            </a:r>
          </a:p>
        </p:txBody>
      </p:sp>
      <p:sp>
        <p:nvSpPr>
          <p:cNvPr id="23" name="Text Placeholder 7">
            <a:extLst>
              <a:ext uri="{FF2B5EF4-FFF2-40B4-BE49-F238E27FC236}">
                <a16:creationId xmlns:a16="http://schemas.microsoft.com/office/drawing/2014/main" id="{FFA643F8-1A02-4F8A-A364-9AE565DF5EAA}"/>
              </a:ext>
            </a:extLst>
          </p:cNvPr>
          <p:cNvSpPr>
            <a:spLocks noGrp="1"/>
          </p:cNvSpPr>
          <p:nvPr>
            <p:ph type="body" sz="quarter" idx="30" hasCustomPrompt="1"/>
          </p:nvPr>
        </p:nvSpPr>
        <p:spPr>
          <a:xfrm>
            <a:off x="4876800" y="1597313"/>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4" name="Text Placeholder 7">
            <a:extLst>
              <a:ext uri="{FF2B5EF4-FFF2-40B4-BE49-F238E27FC236}">
                <a16:creationId xmlns:a16="http://schemas.microsoft.com/office/drawing/2014/main" id="{13713115-FE34-4B39-AFA3-10C746337489}"/>
              </a:ext>
            </a:extLst>
          </p:cNvPr>
          <p:cNvSpPr>
            <a:spLocks noGrp="1"/>
          </p:cNvSpPr>
          <p:nvPr>
            <p:ph type="body" sz="quarter" idx="31" hasCustomPrompt="1"/>
          </p:nvPr>
        </p:nvSpPr>
        <p:spPr>
          <a:xfrm>
            <a:off x="4876800" y="2358570"/>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5" name="Text Placeholder 7">
            <a:extLst>
              <a:ext uri="{FF2B5EF4-FFF2-40B4-BE49-F238E27FC236}">
                <a16:creationId xmlns:a16="http://schemas.microsoft.com/office/drawing/2014/main" id="{CCE34AE4-68D5-46DB-AD84-2C32865C63DA}"/>
              </a:ext>
            </a:extLst>
          </p:cNvPr>
          <p:cNvSpPr>
            <a:spLocks noGrp="1"/>
          </p:cNvSpPr>
          <p:nvPr>
            <p:ph type="body" sz="quarter" idx="32" hasCustomPrompt="1"/>
          </p:nvPr>
        </p:nvSpPr>
        <p:spPr>
          <a:xfrm>
            <a:off x="4876800" y="3122063"/>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47AC357D-474A-4C79-9824-ECFF8F3FFD43}"/>
              </a:ext>
            </a:extLst>
          </p:cNvPr>
          <p:cNvSpPr>
            <a:spLocks noGrp="1"/>
          </p:cNvSpPr>
          <p:nvPr>
            <p:ph type="body" sz="quarter" idx="33" hasCustomPrompt="1"/>
          </p:nvPr>
        </p:nvSpPr>
        <p:spPr>
          <a:xfrm>
            <a:off x="4876800" y="3883320"/>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7" name="Text Placeholder 7">
            <a:extLst>
              <a:ext uri="{FF2B5EF4-FFF2-40B4-BE49-F238E27FC236}">
                <a16:creationId xmlns:a16="http://schemas.microsoft.com/office/drawing/2014/main" id="{95DEB97F-2B12-42B1-94DB-0EF97C477C0A}"/>
              </a:ext>
            </a:extLst>
          </p:cNvPr>
          <p:cNvSpPr>
            <a:spLocks noGrp="1"/>
          </p:cNvSpPr>
          <p:nvPr>
            <p:ph type="body" sz="quarter" idx="34" hasCustomPrompt="1"/>
          </p:nvPr>
        </p:nvSpPr>
        <p:spPr>
          <a:xfrm>
            <a:off x="4876800" y="4651803"/>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8" name="Title 7">
            <a:extLst>
              <a:ext uri="{FF2B5EF4-FFF2-40B4-BE49-F238E27FC236}">
                <a16:creationId xmlns:a16="http://schemas.microsoft.com/office/drawing/2014/main" id="{198B9145-89B6-BF4B-242D-0153106E7C42}"/>
              </a:ext>
            </a:extLst>
          </p:cNvPr>
          <p:cNvSpPr>
            <a:spLocks noGrp="1"/>
          </p:cNvSpPr>
          <p:nvPr>
            <p:ph type="title" hasCustomPrompt="1"/>
          </p:nvPr>
        </p:nvSpPr>
        <p:spPr>
          <a:xfrm>
            <a:off x="4876800" y="401638"/>
            <a:ext cx="6705599"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678234065"/>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0 Point List">
    <p:spTree>
      <p:nvGrpSpPr>
        <p:cNvPr id="1" name=""/>
        <p:cNvGrpSpPr/>
        <p:nvPr/>
      </p:nvGrpSpPr>
      <p:grpSpPr>
        <a:xfrm>
          <a:off x="0" y="0"/>
          <a:ext cx="0" cy="0"/>
          <a:chOff x="0" y="0"/>
          <a:chExt cx="0" cy="0"/>
        </a:xfrm>
      </p:grpSpPr>
      <p:sp>
        <p:nvSpPr>
          <p:cNvPr id="26" name="Text Placeholder 96">
            <a:extLst>
              <a:ext uri="{FF2B5EF4-FFF2-40B4-BE49-F238E27FC236}">
                <a16:creationId xmlns:a16="http://schemas.microsoft.com/office/drawing/2014/main" id="{0AEE188C-F765-43DC-982D-6659ECB23541}"/>
              </a:ext>
            </a:extLst>
          </p:cNvPr>
          <p:cNvSpPr>
            <a:spLocks noGrp="1"/>
          </p:cNvSpPr>
          <p:nvPr>
            <p:ph type="body" sz="quarter" idx="111" hasCustomPrompt="1"/>
          </p:nvPr>
        </p:nvSpPr>
        <p:spPr>
          <a:xfrm>
            <a:off x="609600" y="6200775"/>
            <a:ext cx="9753600" cy="657225"/>
          </a:xfrm>
        </p:spPr>
        <p:txBody>
          <a:bodyPr lIns="0" tIns="0" r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524001" y="1702276"/>
            <a:ext cx="3962399" cy="618672"/>
          </a:xfrm>
        </p:spPr>
        <p:txBody>
          <a:bodyPr bIns="0" anchor="ctr" anchorCtr="0"/>
          <a:lstStyle>
            <a:lvl1pPr marL="0" indent="0">
              <a:lnSpc>
                <a:spcPct val="100000"/>
              </a:lnSpc>
              <a:buNone/>
              <a:defRPr/>
            </a:lvl1pPr>
          </a:lstStyle>
          <a:p>
            <a:pPr lvl="0"/>
            <a:r>
              <a:rPr lang="en-US"/>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524001" y="2613773"/>
            <a:ext cx="3962399" cy="618672"/>
          </a:xfrm>
        </p:spPr>
        <p:txBody>
          <a:bodyPr bIns="0" anchor="ctr" anchorCtr="0"/>
          <a:lstStyle>
            <a:lvl1pPr marL="0" indent="0">
              <a:lnSpc>
                <a:spcPct val="100000"/>
              </a:lnSpc>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524001" y="3525270"/>
            <a:ext cx="3962399" cy="618672"/>
          </a:xfrm>
        </p:spPr>
        <p:txBody>
          <a:bodyPr bIns="0" anchor="ctr" anchorCtr="0"/>
          <a:lstStyle>
            <a:lvl1pPr marL="0" indent="0">
              <a:lnSpc>
                <a:spcPct val="100000"/>
              </a:lnSpc>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524001" y="4436767"/>
            <a:ext cx="3962399" cy="618672"/>
          </a:xfrm>
        </p:spPr>
        <p:txBody>
          <a:bodyPr bIns="0" anchor="ctr" anchorCtr="0"/>
          <a:lstStyle>
            <a:lvl1pPr marL="0" indent="0">
              <a:lnSpc>
                <a:spcPct val="100000"/>
              </a:lnSpc>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524001" y="5348264"/>
            <a:ext cx="3962399" cy="618672"/>
          </a:xfrm>
        </p:spPr>
        <p:txBody>
          <a:bodyPr bIns="0" anchor="ctr" anchorCtr="0"/>
          <a:lstStyle>
            <a:lvl1pPr marL="0" indent="0">
              <a:lnSpc>
                <a:spcPct val="100000"/>
              </a:lnSpc>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7619999" y="1702276"/>
            <a:ext cx="3962399" cy="618672"/>
          </a:xfrm>
        </p:spPr>
        <p:txBody>
          <a:bodyPr bIns="0" anchor="ctr" anchorCtr="0"/>
          <a:lstStyle>
            <a:lvl1pPr marL="0" indent="0">
              <a:lnSpc>
                <a:spcPct val="100000"/>
              </a:lnSpc>
              <a:buNone/>
              <a:defRPr/>
            </a:lvl1pPr>
          </a:lstStyle>
          <a:p>
            <a:pPr lvl="0"/>
            <a:r>
              <a:rPr lang="en-US"/>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7619999" y="2613773"/>
            <a:ext cx="3962399" cy="618672"/>
          </a:xfrm>
        </p:spPr>
        <p:txBody>
          <a:bodyPr bIns="0" anchor="ctr" anchorCtr="0"/>
          <a:lstStyle>
            <a:lvl1pPr marL="0" indent="0">
              <a:lnSpc>
                <a:spcPct val="100000"/>
              </a:lnSpc>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7619999" y="3525270"/>
            <a:ext cx="3962399" cy="618672"/>
          </a:xfrm>
        </p:spPr>
        <p:txBody>
          <a:bodyPr bIns="0" anchor="ctr" anchorCtr="0"/>
          <a:lstStyle>
            <a:lvl1pPr marL="0" indent="0">
              <a:lnSpc>
                <a:spcPct val="100000"/>
              </a:lnSpc>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7619999" y="4436767"/>
            <a:ext cx="3962399" cy="618672"/>
          </a:xfrm>
        </p:spPr>
        <p:txBody>
          <a:bodyPr bIns="0" anchor="ctr" anchorCtr="0"/>
          <a:lstStyle>
            <a:lvl1pPr marL="0" indent="0">
              <a:lnSpc>
                <a:spcPct val="100000"/>
              </a:lnSpc>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7619999" y="5348264"/>
            <a:ext cx="3962399" cy="618672"/>
          </a:xfrm>
        </p:spPr>
        <p:txBody>
          <a:bodyPr bIns="0" anchor="ctr" anchorCtr="0"/>
          <a:lstStyle>
            <a:lvl1pPr marL="0" indent="0">
              <a:lnSpc>
                <a:spcPct val="100000"/>
              </a:lnSpc>
              <a:buNone/>
              <a:defRPr/>
            </a:lvl1pPr>
          </a:lstStyle>
          <a:p>
            <a:pPr lvl="0"/>
            <a:r>
              <a:rPr lang="en-US"/>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609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609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609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609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609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6705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6705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6705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6705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6705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 name="Title 2">
            <a:extLst>
              <a:ext uri="{FF2B5EF4-FFF2-40B4-BE49-F238E27FC236}">
                <a16:creationId xmlns:a16="http://schemas.microsoft.com/office/drawing/2014/main" id="{E0F8C46D-1CDC-84FE-8F70-284EF7D57C41}"/>
              </a:ext>
            </a:extLst>
          </p:cNvPr>
          <p:cNvSpPr>
            <a:spLocks noGrp="1"/>
          </p:cNvSpPr>
          <p:nvPr>
            <p:ph type="title" hasCustomPrompt="1"/>
          </p:nvPr>
        </p:nvSpPr>
        <p:spPr>
          <a:xfrm>
            <a:off x="609600" y="401638"/>
            <a:ext cx="10972799"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164950315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5 Point List">
    <p:spTree>
      <p:nvGrpSpPr>
        <p:cNvPr id="1" name=""/>
        <p:cNvGrpSpPr/>
        <p:nvPr/>
      </p:nvGrpSpPr>
      <p:grpSpPr>
        <a:xfrm>
          <a:off x="0" y="0"/>
          <a:ext cx="0" cy="0"/>
          <a:chOff x="0" y="0"/>
          <a:chExt cx="0" cy="0"/>
        </a:xfrm>
      </p:grpSpPr>
      <p:sp>
        <p:nvSpPr>
          <p:cNvPr id="97" name="Text Placeholder 96">
            <a:extLst>
              <a:ext uri="{FF2B5EF4-FFF2-40B4-BE49-F238E27FC236}">
                <a16:creationId xmlns:a16="http://schemas.microsoft.com/office/drawing/2014/main" id="{14348663-4319-4C79-B6B2-A03D4D4B5FE5}"/>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371600" y="1706812"/>
            <a:ext cx="2692115" cy="609600"/>
          </a:xfrm>
        </p:spPr>
        <p:txBody>
          <a:bodyPr bIns="0" anchor="ctr" anchorCtr="0"/>
          <a:lstStyle>
            <a:lvl1pPr marL="0" indent="0">
              <a:lnSpc>
                <a:spcPct val="100000"/>
              </a:lnSpc>
              <a:buNone/>
              <a:defRPr/>
            </a:lvl1pPr>
          </a:lstStyle>
          <a:p>
            <a:pPr lvl="0"/>
            <a:r>
              <a:rPr lang="en-US"/>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371600"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371600"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371600"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371600" y="5357336"/>
            <a:ext cx="2692115" cy="609600"/>
          </a:xfrm>
        </p:spPr>
        <p:txBody>
          <a:bodyPr bIns="0" anchor="ctr" anchorCtr="0"/>
          <a:lstStyle>
            <a:lvl1pPr marL="0" indent="0">
              <a:lnSpc>
                <a:spcPct val="100000"/>
              </a:lnSpc>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5133083" y="1706812"/>
            <a:ext cx="2692115" cy="609600"/>
          </a:xfrm>
        </p:spPr>
        <p:txBody>
          <a:bodyPr bIns="0" anchor="ctr" anchorCtr="0"/>
          <a:lstStyle>
            <a:lvl1pPr marL="0" indent="0">
              <a:lnSpc>
                <a:spcPct val="100000"/>
              </a:lnSpc>
              <a:buNone/>
              <a:defRPr/>
            </a:lvl1pPr>
          </a:lstStyle>
          <a:p>
            <a:pPr lvl="0"/>
            <a:r>
              <a:rPr lang="en-US"/>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5133083"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5133083"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5133083"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5205740" y="5357336"/>
            <a:ext cx="2692115" cy="609600"/>
          </a:xfrm>
        </p:spPr>
        <p:txBody>
          <a:bodyPr bIns="0" anchor="ctr" anchorCtr="0"/>
          <a:lstStyle>
            <a:lvl1pPr marL="0" indent="0">
              <a:lnSpc>
                <a:spcPct val="100000"/>
              </a:lnSpc>
              <a:buNone/>
              <a:defRPr/>
            </a:lvl1pPr>
          </a:lstStyle>
          <a:p>
            <a:pPr lvl="0"/>
            <a:r>
              <a:rPr lang="en-US"/>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609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609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609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609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609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4371082"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4371082"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4371082"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4371082"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4371082"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966D5D0B-8507-41D4-B07A-4D81EA4DF8DD}"/>
              </a:ext>
            </a:extLst>
          </p:cNvPr>
          <p:cNvSpPr>
            <a:spLocks noGrp="1"/>
          </p:cNvSpPr>
          <p:nvPr>
            <p:ph type="body" sz="quarter" idx="51" hasCustomPrompt="1"/>
          </p:nvPr>
        </p:nvSpPr>
        <p:spPr>
          <a:xfrm>
            <a:off x="8127431"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9" name="Text Placeholder 5">
            <a:extLst>
              <a:ext uri="{FF2B5EF4-FFF2-40B4-BE49-F238E27FC236}">
                <a16:creationId xmlns:a16="http://schemas.microsoft.com/office/drawing/2014/main" id="{96AA8459-802A-4E1F-B3C2-5F7D48D6176C}"/>
              </a:ext>
            </a:extLst>
          </p:cNvPr>
          <p:cNvSpPr>
            <a:spLocks noGrp="1"/>
          </p:cNvSpPr>
          <p:nvPr>
            <p:ph type="body" sz="quarter" idx="52" hasCustomPrompt="1"/>
          </p:nvPr>
        </p:nvSpPr>
        <p:spPr>
          <a:xfrm>
            <a:off x="8889432" y="1706812"/>
            <a:ext cx="2692115" cy="609600"/>
          </a:xfrm>
        </p:spPr>
        <p:txBody>
          <a:bodyPr bIns="0" anchor="ctr" anchorCtr="0"/>
          <a:lstStyle>
            <a:lvl1pPr marL="0" indent="0">
              <a:lnSpc>
                <a:spcPct val="100000"/>
              </a:lnSpc>
              <a:buNone/>
              <a:defRPr/>
            </a:lvl1pPr>
          </a:lstStyle>
          <a:p>
            <a:pPr lvl="0"/>
            <a:r>
              <a:rPr lang="en-US"/>
              <a:t>Click to add item</a:t>
            </a:r>
          </a:p>
        </p:txBody>
      </p:sp>
      <p:sp>
        <p:nvSpPr>
          <p:cNvPr id="40" name="Text Placeholder 7">
            <a:extLst>
              <a:ext uri="{FF2B5EF4-FFF2-40B4-BE49-F238E27FC236}">
                <a16:creationId xmlns:a16="http://schemas.microsoft.com/office/drawing/2014/main" id="{EB072082-F611-45F4-9707-131025E1592D}"/>
              </a:ext>
            </a:extLst>
          </p:cNvPr>
          <p:cNvSpPr>
            <a:spLocks noGrp="1"/>
          </p:cNvSpPr>
          <p:nvPr>
            <p:ph type="body" sz="quarter" idx="53" hasCustomPrompt="1"/>
          </p:nvPr>
        </p:nvSpPr>
        <p:spPr>
          <a:xfrm>
            <a:off x="8127431"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1" name="Text Placeholder 5">
            <a:extLst>
              <a:ext uri="{FF2B5EF4-FFF2-40B4-BE49-F238E27FC236}">
                <a16:creationId xmlns:a16="http://schemas.microsoft.com/office/drawing/2014/main" id="{BA81CD7D-79E5-4A02-918A-AA4E603045FA}"/>
              </a:ext>
            </a:extLst>
          </p:cNvPr>
          <p:cNvSpPr>
            <a:spLocks noGrp="1"/>
          </p:cNvSpPr>
          <p:nvPr>
            <p:ph type="body" sz="quarter" idx="54" hasCustomPrompt="1"/>
          </p:nvPr>
        </p:nvSpPr>
        <p:spPr>
          <a:xfrm>
            <a:off x="8889432"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42" name="Text Placeholder 7">
            <a:extLst>
              <a:ext uri="{FF2B5EF4-FFF2-40B4-BE49-F238E27FC236}">
                <a16:creationId xmlns:a16="http://schemas.microsoft.com/office/drawing/2014/main" id="{17C86CC8-847B-4B3C-896A-7251C4063555}"/>
              </a:ext>
            </a:extLst>
          </p:cNvPr>
          <p:cNvSpPr>
            <a:spLocks noGrp="1"/>
          </p:cNvSpPr>
          <p:nvPr>
            <p:ph type="body" sz="quarter" idx="55" hasCustomPrompt="1"/>
          </p:nvPr>
        </p:nvSpPr>
        <p:spPr>
          <a:xfrm>
            <a:off x="8127431"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3" name="Text Placeholder 5">
            <a:extLst>
              <a:ext uri="{FF2B5EF4-FFF2-40B4-BE49-F238E27FC236}">
                <a16:creationId xmlns:a16="http://schemas.microsoft.com/office/drawing/2014/main" id="{3E23F247-51F4-4A6E-96AF-5D5EA047E631}"/>
              </a:ext>
            </a:extLst>
          </p:cNvPr>
          <p:cNvSpPr>
            <a:spLocks noGrp="1"/>
          </p:cNvSpPr>
          <p:nvPr>
            <p:ph type="body" sz="quarter" idx="56" hasCustomPrompt="1"/>
          </p:nvPr>
        </p:nvSpPr>
        <p:spPr>
          <a:xfrm>
            <a:off x="8889432"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44" name="Text Placeholder 7">
            <a:extLst>
              <a:ext uri="{FF2B5EF4-FFF2-40B4-BE49-F238E27FC236}">
                <a16:creationId xmlns:a16="http://schemas.microsoft.com/office/drawing/2014/main" id="{E9973869-3F65-4CBC-AE60-4DB14F89BC28}"/>
              </a:ext>
            </a:extLst>
          </p:cNvPr>
          <p:cNvSpPr>
            <a:spLocks noGrp="1"/>
          </p:cNvSpPr>
          <p:nvPr>
            <p:ph type="body" sz="quarter" idx="57" hasCustomPrompt="1"/>
          </p:nvPr>
        </p:nvSpPr>
        <p:spPr>
          <a:xfrm>
            <a:off x="8127431"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5" name="Text Placeholder 5">
            <a:extLst>
              <a:ext uri="{FF2B5EF4-FFF2-40B4-BE49-F238E27FC236}">
                <a16:creationId xmlns:a16="http://schemas.microsoft.com/office/drawing/2014/main" id="{D77C0CF7-146D-42B3-A853-A86442F48822}"/>
              </a:ext>
            </a:extLst>
          </p:cNvPr>
          <p:cNvSpPr>
            <a:spLocks noGrp="1"/>
          </p:cNvSpPr>
          <p:nvPr>
            <p:ph type="body" sz="quarter" idx="58" hasCustomPrompt="1"/>
          </p:nvPr>
        </p:nvSpPr>
        <p:spPr>
          <a:xfrm>
            <a:off x="8889432"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46" name="Text Placeholder 7">
            <a:extLst>
              <a:ext uri="{FF2B5EF4-FFF2-40B4-BE49-F238E27FC236}">
                <a16:creationId xmlns:a16="http://schemas.microsoft.com/office/drawing/2014/main" id="{BCA8B1CC-0D3D-4149-8BBC-DCA9258CD404}"/>
              </a:ext>
            </a:extLst>
          </p:cNvPr>
          <p:cNvSpPr>
            <a:spLocks noGrp="1"/>
          </p:cNvSpPr>
          <p:nvPr>
            <p:ph type="body" sz="quarter" idx="59" hasCustomPrompt="1"/>
          </p:nvPr>
        </p:nvSpPr>
        <p:spPr>
          <a:xfrm>
            <a:off x="8127431"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7" name="Text Placeholder 5">
            <a:extLst>
              <a:ext uri="{FF2B5EF4-FFF2-40B4-BE49-F238E27FC236}">
                <a16:creationId xmlns:a16="http://schemas.microsoft.com/office/drawing/2014/main" id="{9ED415F2-FE91-45A2-90CA-FD24FBE2066E}"/>
              </a:ext>
            </a:extLst>
          </p:cNvPr>
          <p:cNvSpPr>
            <a:spLocks noGrp="1"/>
          </p:cNvSpPr>
          <p:nvPr>
            <p:ph type="body" sz="quarter" idx="60" hasCustomPrompt="1"/>
          </p:nvPr>
        </p:nvSpPr>
        <p:spPr>
          <a:xfrm>
            <a:off x="8889432" y="5357336"/>
            <a:ext cx="2692115" cy="609600"/>
          </a:xfrm>
        </p:spPr>
        <p:txBody>
          <a:bodyPr bIns="0" anchor="ctr" anchorCtr="0"/>
          <a:lstStyle>
            <a:lvl1pPr marL="0" indent="0">
              <a:lnSpc>
                <a:spcPct val="100000"/>
              </a:lnSpc>
              <a:buNone/>
              <a:defRPr/>
            </a:lvl1pPr>
          </a:lstStyle>
          <a:p>
            <a:pPr lvl="0"/>
            <a:r>
              <a:rPr lang="en-US"/>
              <a:t>Click to add item</a:t>
            </a:r>
          </a:p>
        </p:txBody>
      </p:sp>
      <p:sp>
        <p:nvSpPr>
          <p:cNvPr id="3" name="Title 2">
            <a:extLst>
              <a:ext uri="{FF2B5EF4-FFF2-40B4-BE49-F238E27FC236}">
                <a16:creationId xmlns:a16="http://schemas.microsoft.com/office/drawing/2014/main" id="{8D81C908-772C-2C85-0826-8BEB74003073}"/>
              </a:ext>
            </a:extLst>
          </p:cNvPr>
          <p:cNvSpPr>
            <a:spLocks noGrp="1"/>
          </p:cNvSpPr>
          <p:nvPr>
            <p:ph type="title" hasCustomPrompt="1"/>
          </p:nvPr>
        </p:nvSpPr>
        <p:spPr>
          <a:xfrm>
            <a:off x="609600" y="401638"/>
            <a:ext cx="10972799"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415506997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4F00B38B-C25C-3A44-ACA0-371764ACD89F}"/>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38042380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 Point Numbered Agenda">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417758-BEA0-8420-BFE3-8DCADBD82F44}"/>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6096000" y="13777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6096000" y="22504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6096000" y="31231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6096000" y="39958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6096000" y="48685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a:t>Delete items as needed</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4879158" y="13960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4876802" y="22687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4876802" y="31414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4876802" y="40141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4876802" y="48868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2" name="Rectangle 1">
            <a:extLst>
              <a:ext uri="{FF2B5EF4-FFF2-40B4-BE49-F238E27FC236}">
                <a16:creationId xmlns:a16="http://schemas.microsoft.com/office/drawing/2014/main" id="{681BAEDD-5CFC-8A7E-EBA9-4C210BFBB09F}"/>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7" name="TextBox 6">
            <a:extLst>
              <a:ext uri="{FF2B5EF4-FFF2-40B4-BE49-F238E27FC236}">
                <a16:creationId xmlns:a16="http://schemas.microsoft.com/office/drawing/2014/main" id="{01394839-4297-4B2C-9E5E-9464FC4D3472}"/>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a:solidFill>
                  <a:schemeClr val="bg1"/>
                </a:solidFill>
              </a:rPr>
              <a:t>Agenda</a:t>
            </a:r>
          </a:p>
        </p:txBody>
      </p:sp>
    </p:spTree>
    <p:custDataLst>
      <p:tags r:id="rId1"/>
    </p:custDataLst>
    <p:extLst>
      <p:ext uri="{BB962C8B-B14F-4D97-AF65-F5344CB8AC3E}">
        <p14:creationId xmlns:p14="http://schemas.microsoft.com/office/powerpoint/2010/main" val="8635395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 Point Numbered Agend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CD8CF5-4E47-A043-B226-76001EF5E10A}"/>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5" name="Rectangle 4">
            <a:extLst>
              <a:ext uri="{FF2B5EF4-FFF2-40B4-BE49-F238E27FC236}">
                <a16:creationId xmlns:a16="http://schemas.microsoft.com/office/drawing/2014/main" id="{124D1584-DE2E-3E29-5277-526BF3D5340E}"/>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9" name="TextBox 8">
            <a:extLst>
              <a:ext uri="{FF2B5EF4-FFF2-40B4-BE49-F238E27FC236}">
                <a16:creationId xmlns:a16="http://schemas.microsoft.com/office/drawing/2014/main" id="{B20B04FC-C558-9D9C-44CA-215EF2B47E86}"/>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a:solidFill>
                  <a:schemeClr val="bg1"/>
                </a:solidFill>
              </a:rPr>
              <a:t>Agenda</a:t>
            </a: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5638800" y="13777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5638800" y="22504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5638800" y="31231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5638800" y="39958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5638800" y="48685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4879157" y="1397266"/>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4876801" y="2269672"/>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4876801" y="314207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4876801" y="4014484"/>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4876801" y="488688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22" name="#1">
            <a:extLst>
              <a:ext uri="{FF2B5EF4-FFF2-40B4-BE49-F238E27FC236}">
                <a16:creationId xmlns:a16="http://schemas.microsoft.com/office/drawing/2014/main" id="{D712D594-9838-406B-A423-AF4DD9575655}"/>
              </a:ext>
            </a:extLst>
          </p:cNvPr>
          <p:cNvSpPr>
            <a:spLocks noGrp="1"/>
          </p:cNvSpPr>
          <p:nvPr>
            <p:ph type="body" sz="quarter" idx="28" hasCustomPrompt="1"/>
          </p:nvPr>
        </p:nvSpPr>
        <p:spPr>
          <a:xfrm>
            <a:off x="8382000" y="1397266"/>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24" name="Item 1">
            <a:extLst>
              <a:ext uri="{FF2B5EF4-FFF2-40B4-BE49-F238E27FC236}">
                <a16:creationId xmlns:a16="http://schemas.microsoft.com/office/drawing/2014/main" id="{E6CEC2E2-69F8-4E94-8A78-4CB2C44BE287}"/>
              </a:ext>
            </a:extLst>
          </p:cNvPr>
          <p:cNvSpPr>
            <a:spLocks noGrp="1"/>
          </p:cNvSpPr>
          <p:nvPr>
            <p:ph type="body" sz="quarter" idx="29" hasCustomPrompt="1"/>
          </p:nvPr>
        </p:nvSpPr>
        <p:spPr>
          <a:xfrm>
            <a:off x="9142638" y="13777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25" name="#2">
            <a:extLst>
              <a:ext uri="{FF2B5EF4-FFF2-40B4-BE49-F238E27FC236}">
                <a16:creationId xmlns:a16="http://schemas.microsoft.com/office/drawing/2014/main" id="{9C539EB1-7CB2-4B63-A266-4C0098CBF342}"/>
              </a:ext>
            </a:extLst>
          </p:cNvPr>
          <p:cNvSpPr>
            <a:spLocks noGrp="1"/>
          </p:cNvSpPr>
          <p:nvPr>
            <p:ph type="body" sz="quarter" idx="30" hasCustomPrompt="1"/>
          </p:nvPr>
        </p:nvSpPr>
        <p:spPr>
          <a:xfrm>
            <a:off x="8382000" y="2269672"/>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26" name="Item 2">
            <a:extLst>
              <a:ext uri="{FF2B5EF4-FFF2-40B4-BE49-F238E27FC236}">
                <a16:creationId xmlns:a16="http://schemas.microsoft.com/office/drawing/2014/main" id="{AD0564E3-8F86-49E2-84DB-5271D2B5D0F6}"/>
              </a:ext>
            </a:extLst>
          </p:cNvPr>
          <p:cNvSpPr>
            <a:spLocks noGrp="1"/>
          </p:cNvSpPr>
          <p:nvPr>
            <p:ph type="body" sz="quarter" idx="31" hasCustomPrompt="1"/>
          </p:nvPr>
        </p:nvSpPr>
        <p:spPr>
          <a:xfrm>
            <a:off x="9142638" y="22504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27" name="#3">
            <a:extLst>
              <a:ext uri="{FF2B5EF4-FFF2-40B4-BE49-F238E27FC236}">
                <a16:creationId xmlns:a16="http://schemas.microsoft.com/office/drawing/2014/main" id="{468DB777-D486-47FF-8915-A1BD7EAB2E60}"/>
              </a:ext>
            </a:extLst>
          </p:cNvPr>
          <p:cNvSpPr>
            <a:spLocks noGrp="1"/>
          </p:cNvSpPr>
          <p:nvPr>
            <p:ph type="body" sz="quarter" idx="32" hasCustomPrompt="1"/>
          </p:nvPr>
        </p:nvSpPr>
        <p:spPr>
          <a:xfrm>
            <a:off x="8382000" y="314207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28" name="Item 3">
            <a:extLst>
              <a:ext uri="{FF2B5EF4-FFF2-40B4-BE49-F238E27FC236}">
                <a16:creationId xmlns:a16="http://schemas.microsoft.com/office/drawing/2014/main" id="{1F101C97-3320-4673-B65E-60BE340BE2E9}"/>
              </a:ext>
            </a:extLst>
          </p:cNvPr>
          <p:cNvSpPr>
            <a:spLocks noGrp="1"/>
          </p:cNvSpPr>
          <p:nvPr>
            <p:ph type="body" sz="quarter" idx="33" hasCustomPrompt="1"/>
          </p:nvPr>
        </p:nvSpPr>
        <p:spPr>
          <a:xfrm>
            <a:off x="9142638" y="31231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29" name="#4">
            <a:extLst>
              <a:ext uri="{FF2B5EF4-FFF2-40B4-BE49-F238E27FC236}">
                <a16:creationId xmlns:a16="http://schemas.microsoft.com/office/drawing/2014/main" id="{10E34633-765D-4D5E-8A35-2F58A27D6726}"/>
              </a:ext>
            </a:extLst>
          </p:cNvPr>
          <p:cNvSpPr>
            <a:spLocks noGrp="1"/>
          </p:cNvSpPr>
          <p:nvPr>
            <p:ph type="body" sz="quarter" idx="34" hasCustomPrompt="1"/>
          </p:nvPr>
        </p:nvSpPr>
        <p:spPr>
          <a:xfrm>
            <a:off x="8382000" y="4014484"/>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0" name="Item 4">
            <a:extLst>
              <a:ext uri="{FF2B5EF4-FFF2-40B4-BE49-F238E27FC236}">
                <a16:creationId xmlns:a16="http://schemas.microsoft.com/office/drawing/2014/main" id="{BE74248F-3763-4D40-BD11-9233C6D6F70A}"/>
              </a:ext>
            </a:extLst>
          </p:cNvPr>
          <p:cNvSpPr>
            <a:spLocks noGrp="1"/>
          </p:cNvSpPr>
          <p:nvPr>
            <p:ph type="body" sz="quarter" idx="35" hasCustomPrompt="1"/>
          </p:nvPr>
        </p:nvSpPr>
        <p:spPr>
          <a:xfrm>
            <a:off x="9142638" y="39958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Click to add agenda item</a:t>
            </a:r>
          </a:p>
        </p:txBody>
      </p:sp>
      <p:sp>
        <p:nvSpPr>
          <p:cNvPr id="31" name="#5">
            <a:extLst>
              <a:ext uri="{FF2B5EF4-FFF2-40B4-BE49-F238E27FC236}">
                <a16:creationId xmlns:a16="http://schemas.microsoft.com/office/drawing/2014/main" id="{8C35DA81-F9B8-4AF3-BB7D-CB9A25260F00}"/>
              </a:ext>
            </a:extLst>
          </p:cNvPr>
          <p:cNvSpPr>
            <a:spLocks noGrp="1"/>
          </p:cNvSpPr>
          <p:nvPr>
            <p:ph type="body" sz="quarter" idx="36" hasCustomPrompt="1"/>
          </p:nvPr>
        </p:nvSpPr>
        <p:spPr>
          <a:xfrm>
            <a:off x="8382000" y="488688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a:t>#</a:t>
            </a:r>
          </a:p>
        </p:txBody>
      </p:sp>
      <p:sp>
        <p:nvSpPr>
          <p:cNvPr id="32" name="Item 5">
            <a:extLst>
              <a:ext uri="{FF2B5EF4-FFF2-40B4-BE49-F238E27FC236}">
                <a16:creationId xmlns:a16="http://schemas.microsoft.com/office/drawing/2014/main" id="{1E2B1BEC-0BC1-49C0-9CFD-6FC1D63EB6D0}"/>
              </a:ext>
            </a:extLst>
          </p:cNvPr>
          <p:cNvSpPr>
            <a:spLocks noGrp="1"/>
          </p:cNvSpPr>
          <p:nvPr>
            <p:ph type="body" sz="quarter" idx="37" hasCustomPrompt="1"/>
          </p:nvPr>
        </p:nvSpPr>
        <p:spPr>
          <a:xfrm>
            <a:off x="9142638" y="48685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a:t>Delete items as needed</a:t>
            </a:r>
          </a:p>
        </p:txBody>
      </p:sp>
    </p:spTree>
    <p:custDataLst>
      <p:tags r:id="rId1"/>
    </p:custDataLst>
    <p:extLst>
      <p:ext uri="{BB962C8B-B14F-4D97-AF65-F5344CB8AC3E}">
        <p14:creationId xmlns:p14="http://schemas.microsoft.com/office/powerpoint/2010/main" val="414762377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 Point 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2" name="Rectangle 1">
            <a:extLst>
              <a:ext uri="{FF2B5EF4-FFF2-40B4-BE49-F238E27FC236}">
                <a16:creationId xmlns:a16="http://schemas.microsoft.com/office/drawing/2014/main" id="{A00FF99C-677F-6CCC-96DF-B9FFF30E5BA7}"/>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5" name="Rectangle 4">
            <a:extLst>
              <a:ext uri="{FF2B5EF4-FFF2-40B4-BE49-F238E27FC236}">
                <a16:creationId xmlns:a16="http://schemas.microsoft.com/office/drawing/2014/main" id="{CAF9B219-1E94-7054-C344-988D43A2F2C6}"/>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9" name="TextBox 8">
            <a:extLst>
              <a:ext uri="{FF2B5EF4-FFF2-40B4-BE49-F238E27FC236}">
                <a16:creationId xmlns:a16="http://schemas.microsoft.com/office/drawing/2014/main" id="{2671C63F-9159-B0A0-E328-9A43A435C192}"/>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a:solidFill>
                  <a:schemeClr val="bg1"/>
                </a:solidFill>
              </a:rPr>
              <a:t>Agenda</a:t>
            </a:r>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879156" y="1488522"/>
            <a:ext cx="6703241" cy="424732"/>
          </a:xfrm>
          <a:noFill/>
          <a:ln w="12700">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879156" y="23612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879156" y="32339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879156" y="41066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879156" y="49793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a:t>Click to add agenda item</a:t>
            </a:r>
          </a:p>
        </p:txBody>
      </p:sp>
    </p:spTree>
    <p:custDataLst>
      <p:tags r:id="rId1"/>
    </p:custDataLst>
    <p:extLst>
      <p:ext uri="{BB962C8B-B14F-4D97-AF65-F5344CB8AC3E}">
        <p14:creationId xmlns:p14="http://schemas.microsoft.com/office/powerpoint/2010/main" val="2533524983"/>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 Point 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2" name="Rectangle 1">
            <a:extLst>
              <a:ext uri="{FF2B5EF4-FFF2-40B4-BE49-F238E27FC236}">
                <a16:creationId xmlns:a16="http://schemas.microsoft.com/office/drawing/2014/main" id="{F565839B-4648-3E32-D8EF-46628E284EB6}"/>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5" name="Rectangle 4">
            <a:extLst>
              <a:ext uri="{FF2B5EF4-FFF2-40B4-BE49-F238E27FC236}">
                <a16:creationId xmlns:a16="http://schemas.microsoft.com/office/drawing/2014/main" id="{79D23A4F-804E-0578-B208-3DA49BE29974}"/>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9" name="TextBox 8">
            <a:extLst>
              <a:ext uri="{FF2B5EF4-FFF2-40B4-BE49-F238E27FC236}">
                <a16:creationId xmlns:a16="http://schemas.microsoft.com/office/drawing/2014/main" id="{16FCC52F-FE4A-E728-9592-09099EF0FC10}"/>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a:solidFill>
                  <a:schemeClr val="bg1"/>
                </a:solidFill>
              </a:rPr>
              <a:t>Agenda</a:t>
            </a:r>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876800" y="14885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876800" y="23612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876800" y="32339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876800" y="41066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876800" y="49793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a:t>Click to add agenda item</a:t>
            </a:r>
          </a:p>
        </p:txBody>
      </p:sp>
      <p:sp>
        <p:nvSpPr>
          <p:cNvPr id="23" name="Text Placeholder 6">
            <a:extLst>
              <a:ext uri="{FF2B5EF4-FFF2-40B4-BE49-F238E27FC236}">
                <a16:creationId xmlns:a16="http://schemas.microsoft.com/office/drawing/2014/main" id="{C819AF5B-E47A-4ACD-8D8C-52AD38CE5BFC}"/>
              </a:ext>
            </a:extLst>
          </p:cNvPr>
          <p:cNvSpPr>
            <a:spLocks noGrp="1"/>
          </p:cNvSpPr>
          <p:nvPr>
            <p:ph type="body" sz="quarter" idx="18" hasCustomPrompt="1"/>
          </p:nvPr>
        </p:nvSpPr>
        <p:spPr>
          <a:xfrm>
            <a:off x="8381998" y="14885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a:t>Click to add agenda item</a:t>
            </a:r>
          </a:p>
        </p:txBody>
      </p:sp>
      <p:sp>
        <p:nvSpPr>
          <p:cNvPr id="24" name="Text Placeholder 7">
            <a:extLst>
              <a:ext uri="{FF2B5EF4-FFF2-40B4-BE49-F238E27FC236}">
                <a16:creationId xmlns:a16="http://schemas.microsoft.com/office/drawing/2014/main" id="{47691383-ECAA-4F80-A331-7B599A1F5D8E}"/>
              </a:ext>
            </a:extLst>
          </p:cNvPr>
          <p:cNvSpPr>
            <a:spLocks noGrp="1"/>
          </p:cNvSpPr>
          <p:nvPr>
            <p:ph type="body" sz="quarter" idx="19" hasCustomPrompt="1"/>
          </p:nvPr>
        </p:nvSpPr>
        <p:spPr>
          <a:xfrm>
            <a:off x="8381998" y="23612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a:t>Click to add agenda item</a:t>
            </a:r>
          </a:p>
        </p:txBody>
      </p:sp>
      <p:sp>
        <p:nvSpPr>
          <p:cNvPr id="25" name="Text Placeholder 8">
            <a:extLst>
              <a:ext uri="{FF2B5EF4-FFF2-40B4-BE49-F238E27FC236}">
                <a16:creationId xmlns:a16="http://schemas.microsoft.com/office/drawing/2014/main" id="{1EB794D8-6580-4801-92C4-B9CDBE015BBC}"/>
              </a:ext>
            </a:extLst>
          </p:cNvPr>
          <p:cNvSpPr>
            <a:spLocks noGrp="1"/>
          </p:cNvSpPr>
          <p:nvPr>
            <p:ph type="body" sz="quarter" idx="20" hasCustomPrompt="1"/>
          </p:nvPr>
        </p:nvSpPr>
        <p:spPr>
          <a:xfrm>
            <a:off x="8381998" y="32339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a:t>Click to add agenda item</a:t>
            </a:r>
          </a:p>
        </p:txBody>
      </p:sp>
      <p:sp>
        <p:nvSpPr>
          <p:cNvPr id="26" name="Text Placeholder 9">
            <a:extLst>
              <a:ext uri="{FF2B5EF4-FFF2-40B4-BE49-F238E27FC236}">
                <a16:creationId xmlns:a16="http://schemas.microsoft.com/office/drawing/2014/main" id="{D49BB865-6EA1-4E1B-A365-5C4C9B6EA8FE}"/>
              </a:ext>
            </a:extLst>
          </p:cNvPr>
          <p:cNvSpPr>
            <a:spLocks noGrp="1"/>
          </p:cNvSpPr>
          <p:nvPr>
            <p:ph type="body" sz="quarter" idx="21" hasCustomPrompt="1"/>
          </p:nvPr>
        </p:nvSpPr>
        <p:spPr>
          <a:xfrm>
            <a:off x="8381998" y="41066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a:t>Click to add agenda item</a:t>
            </a:r>
          </a:p>
        </p:txBody>
      </p:sp>
      <p:sp>
        <p:nvSpPr>
          <p:cNvPr id="27" name="Text Placeholder 10">
            <a:extLst>
              <a:ext uri="{FF2B5EF4-FFF2-40B4-BE49-F238E27FC236}">
                <a16:creationId xmlns:a16="http://schemas.microsoft.com/office/drawing/2014/main" id="{A19D7038-1075-4AFC-AF51-44462E8C84E2}"/>
              </a:ext>
            </a:extLst>
          </p:cNvPr>
          <p:cNvSpPr>
            <a:spLocks noGrp="1"/>
          </p:cNvSpPr>
          <p:nvPr>
            <p:ph type="body" sz="quarter" idx="22" hasCustomPrompt="1"/>
          </p:nvPr>
        </p:nvSpPr>
        <p:spPr>
          <a:xfrm>
            <a:off x="8381998" y="49793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a:t>Click to add agenda item</a:t>
            </a:r>
          </a:p>
        </p:txBody>
      </p:sp>
    </p:spTree>
    <p:custDataLst>
      <p:tags r:id="rId1"/>
    </p:custDataLst>
    <p:extLst>
      <p:ext uri="{BB962C8B-B14F-4D97-AF65-F5344CB8AC3E}">
        <p14:creationId xmlns:p14="http://schemas.microsoft.com/office/powerpoint/2010/main" val="2919636122"/>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A47BD16A-294C-6E4F-BEDB-E99B3D28E5E6}"/>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15599190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 Speakers (Light)">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B049F64B-628A-48DE-84B4-38397AAB7DC3}"/>
              </a:ext>
            </a:extLst>
          </p:cNvPr>
          <p:cNvSpPr>
            <a:spLocks noGrp="1"/>
          </p:cNvSpPr>
          <p:nvPr>
            <p:ph type="body" sz="quarter" idx="111" hasCustomPrompt="1"/>
          </p:nvPr>
        </p:nvSpPr>
        <p:spPr>
          <a:xfrm>
            <a:off x="609600" y="6200775"/>
            <a:ext cx="9753600" cy="657225"/>
          </a:xfrm>
        </p:spPr>
        <p:txBody>
          <a:bodyPr tIns="0"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368925" y="3871186"/>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259755" y="1054177"/>
            <a:ext cx="928195" cy="928194"/>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lvl1pPr>
          </a:lstStyle>
          <a:p>
            <a:r>
              <a:rPr lang="en-US"/>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8004573" y="1054177"/>
            <a:ext cx="928195" cy="928194"/>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8004573" y="2383210"/>
            <a:ext cx="928195" cy="928194"/>
          </a:xfrm>
          <a:prstGeom prst="ellipse">
            <a:avLst/>
          </a:prstGeom>
          <a:blipFill>
            <a:blip r:embed="rId5">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4259755" y="3712243"/>
            <a:ext cx="928195" cy="928194"/>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8004573" y="5041276"/>
            <a:ext cx="928195" cy="928194"/>
          </a:xfrm>
          <a:prstGeom prst="ellipse">
            <a:avLst/>
          </a:prstGeom>
          <a:blipFill>
            <a:blip r:embed="rId9">
              <a:extLst>
                <a:ext uri="{96DAC541-7B7A-43D3-8B79-37D633B846F1}">
                  <asvg:svgBlip xmlns:asvg="http://schemas.microsoft.com/office/drawing/2016/SVG/main" r:embed="rId10"/>
                </a:ext>
              </a:extLst>
            </a:blip>
            <a:stretch>
              <a:fillRect/>
            </a:stretch>
          </a:blipFill>
        </p:spPr>
        <p:txBody>
          <a:bodyPr>
            <a:noAutofit/>
          </a:bodyPr>
          <a:lstStyle>
            <a:lvl1pPr marL="0" indent="0">
              <a:lnSpc>
                <a:spcPct val="100000"/>
              </a:lnSpc>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8004573" y="3712243"/>
            <a:ext cx="928195" cy="928194"/>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4259755" y="2383210"/>
            <a:ext cx="928195" cy="928194"/>
          </a:xfrm>
          <a:prstGeom prst="ellipse">
            <a:avLst/>
          </a:prstGeom>
          <a:blipFill dpi="0" rotWithShape="1">
            <a:blip r:embed="rId5">
              <a:extLst>
                <a:ext uri="{96DAC541-7B7A-43D3-8B79-37D633B846F1}">
                  <asvg:svgBlip xmlns:asvg="http://schemas.microsoft.com/office/drawing/2016/SVG/main" r:embed="rId6"/>
                </a:ext>
              </a:extLst>
            </a:blip>
            <a:srcRect/>
            <a:stretch>
              <a:fillRect/>
            </a:stretch>
          </a:blipFill>
        </p:spPr>
        <p:txBody>
          <a:bodyPr>
            <a:noAutofit/>
          </a:bodyPr>
          <a:lstStyle>
            <a:lvl1pPr marL="0" indent="0">
              <a:lnSpc>
                <a:spcPct val="100000"/>
              </a:lnSpc>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4259755" y="5041276"/>
            <a:ext cx="928195" cy="928194"/>
          </a:xfrm>
          <a:prstGeom prst="ellipse">
            <a:avLst/>
          </a:prstGeom>
          <a:blipFill>
            <a:blip r:embed="rId9">
              <a:extLst>
                <a:ext uri="{96DAC541-7B7A-43D3-8B79-37D633B846F1}">
                  <asvg:svgBlip xmlns:asvg="http://schemas.microsoft.com/office/drawing/2016/SVG/main" r:embed="rId10"/>
                </a:ext>
              </a:extLst>
            </a:blip>
            <a:stretch>
              <a:fillRect/>
            </a:stretch>
          </a:blipFill>
        </p:spPr>
        <p:txBody>
          <a:bodyPr>
            <a:noAutofit/>
          </a:bodyPr>
          <a:lstStyle>
            <a:lvl1pPr marL="0" indent="0">
              <a:lnSpc>
                <a:spcPct val="100000"/>
              </a:lnSpc>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368925" y="4207887"/>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368925" y="1213334"/>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368925" y="1550035"/>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368925" y="2542153"/>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368925" y="2878854"/>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099288" y="1213334"/>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099288" y="1550035"/>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368925" y="5200219"/>
            <a:ext cx="2479675" cy="313350"/>
          </a:xfrm>
          <a:noFill/>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368925" y="5536920"/>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099288" y="2542153"/>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099288" y="2878854"/>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099288" y="3871186"/>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099288" y="4207887"/>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099288" y="5200219"/>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099288" y="5536920"/>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100" name="Straight Connector 99">
            <a:extLst>
              <a:ext uri="{FF2B5EF4-FFF2-40B4-BE49-F238E27FC236}">
                <a16:creationId xmlns:a16="http://schemas.microsoft.com/office/drawing/2014/main" id="{50DD2977-1B98-C8CC-3C2E-4E4D084E068E}"/>
              </a:ext>
            </a:extLst>
          </p:cNvPr>
          <p:cNvCxnSpPr/>
          <p:nvPr userDrawn="1"/>
        </p:nvCxnSpPr>
        <p:spPr>
          <a:xfrm>
            <a:off x="3962400" y="401638"/>
            <a:ext cx="0" cy="57975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4485438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 Speakers (Light)">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36C08F25-EA22-4E4E-83B5-7858728FD103}"/>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775201" y="2111796"/>
            <a:ext cx="1219198" cy="1219197"/>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lvl1pPr>
          </a:lstStyle>
          <a:p>
            <a:r>
              <a:rPr lang="en-US"/>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855200" y="2111796"/>
            <a:ext cx="1219198" cy="1219197"/>
          </a:xfrm>
          <a:prstGeom prst="ellipse">
            <a:avLst/>
          </a:prstGeom>
          <a:blipFill>
            <a:blip r:embed="rId5">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315200" y="2111796"/>
            <a:ext cx="1219198" cy="1219197"/>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347199" y="3541524"/>
            <a:ext cx="2235200" cy="359517"/>
          </a:xfrm>
        </p:spPr>
        <p:txBody>
          <a:bodyPr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347199" y="3924392"/>
            <a:ext cx="2235200" cy="313350"/>
          </a:xfrm>
        </p:spPr>
        <p:txBody>
          <a:bodyPr tIns="36000" bIns="0" anchor="t" anchorCtr="0">
            <a:no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4267200" y="3541524"/>
            <a:ext cx="2235200" cy="359517"/>
          </a:xfrm>
        </p:spPr>
        <p:txBody>
          <a:bodyPr wrap="square"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4267200" y="3924392"/>
            <a:ext cx="2235200"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807199" y="3541524"/>
            <a:ext cx="2235200" cy="359517"/>
          </a:xfrm>
        </p:spPr>
        <p:txBody>
          <a:bodyPr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807199" y="3924392"/>
            <a:ext cx="2235200" cy="313350"/>
          </a:xfrm>
        </p:spPr>
        <p:txBody>
          <a:bodyPr tIns="36000" bIns="0" anchor="t" anchorCtr="0">
            <a:no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15" name="Straight Connector 14">
            <a:extLst>
              <a:ext uri="{FF2B5EF4-FFF2-40B4-BE49-F238E27FC236}">
                <a16:creationId xmlns:a16="http://schemas.microsoft.com/office/drawing/2014/main" id="{B5C44839-40A6-908A-30D5-FAFFDE645937}"/>
              </a:ext>
            </a:extLst>
          </p:cNvPr>
          <p:cNvCxnSpPr/>
          <p:nvPr userDrawn="1"/>
        </p:nvCxnSpPr>
        <p:spPr>
          <a:xfrm>
            <a:off x="3962400" y="401638"/>
            <a:ext cx="0" cy="57975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57201993"/>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0 Speakers (Dark)">
    <p:bg>
      <p:bgPr>
        <a:solidFill>
          <a:schemeClr val="accent1"/>
        </a:solidFill>
        <a:effectLst/>
      </p:bgPr>
    </p:bg>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B480DF74-92FB-4ECD-B23E-4C539F84744E}"/>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368925" y="3871258"/>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259755" y="1054177"/>
            <a:ext cx="928195" cy="928194"/>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solidFill>
                  <a:schemeClr val="bg1"/>
                </a:solidFill>
              </a:defRPr>
            </a:lvl1pPr>
          </a:lstStyle>
          <a:p>
            <a:r>
              <a:rPr lang="en-US"/>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8004573" y="1054177"/>
            <a:ext cx="928195" cy="928194"/>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8004573" y="2383210"/>
            <a:ext cx="928195" cy="928194"/>
          </a:xfrm>
          <a:prstGeom prst="ellipse">
            <a:avLst/>
          </a:prstGeom>
          <a:blipFill>
            <a:blip r:embed="rId5">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4259755" y="3712243"/>
            <a:ext cx="928195" cy="928194"/>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8004573" y="5041276"/>
            <a:ext cx="928195" cy="928194"/>
          </a:xfrm>
          <a:prstGeom prst="ellipse">
            <a:avLst/>
          </a:prstGeom>
          <a:blipFill>
            <a:blip r:embed="rId9">
              <a:extLst>
                <a:ext uri="{96DAC541-7B7A-43D3-8B79-37D633B846F1}">
                  <asvg:svgBlip xmlns:asvg="http://schemas.microsoft.com/office/drawing/2016/SVG/main" r:embed="rId10"/>
                </a:ext>
              </a:extLst>
            </a:blip>
            <a:stretch>
              <a:fillRect/>
            </a:stretch>
          </a:blipFill>
        </p:spPr>
        <p:txBody>
          <a:bodyPr>
            <a:noAutofit/>
          </a:bodyPr>
          <a:lstStyle>
            <a:lvl1pPr marL="0" indent="0">
              <a:lnSpc>
                <a:spcPct val="100000"/>
              </a:lnSpc>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8004573" y="3712243"/>
            <a:ext cx="928195" cy="928194"/>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4259755" y="2383210"/>
            <a:ext cx="928195" cy="928194"/>
          </a:xfrm>
          <a:prstGeom prst="ellipse">
            <a:avLst/>
          </a:prstGeom>
          <a:blipFill>
            <a:blip r:embed="rId5">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4259755" y="5041276"/>
            <a:ext cx="928195" cy="928194"/>
          </a:xfrm>
          <a:prstGeom prst="ellipse">
            <a:avLst/>
          </a:prstGeom>
          <a:blipFill>
            <a:blip r:embed="rId9">
              <a:extLst>
                <a:ext uri="{96DAC541-7B7A-43D3-8B79-37D633B846F1}">
                  <asvg:svgBlip xmlns:asvg="http://schemas.microsoft.com/office/drawing/2016/SVG/main" r:embed="rId10"/>
                </a:ext>
              </a:extLst>
            </a:blip>
            <a:stretch>
              <a:fillRect/>
            </a:stretch>
          </a:blipFill>
        </p:spPr>
        <p:txBody>
          <a:bodyPr>
            <a:noAutofit/>
          </a:bodyPr>
          <a:lstStyle>
            <a:lvl1pPr marL="0" indent="0">
              <a:lnSpc>
                <a:spcPct val="100000"/>
              </a:lnSpc>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368925" y="4207959"/>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368925" y="1213334"/>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368925" y="1550035"/>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368925" y="2542296"/>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368925" y="2878997"/>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099288" y="1213334"/>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099288" y="1550035"/>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368925" y="5200219"/>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368925" y="5536920"/>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099288" y="2542296"/>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099288" y="2878997"/>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099288" y="3871258"/>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099288" y="4207959"/>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099288" y="5200219"/>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099288" y="5536920"/>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3" name="Straight Connector 2">
            <a:extLst>
              <a:ext uri="{FF2B5EF4-FFF2-40B4-BE49-F238E27FC236}">
                <a16:creationId xmlns:a16="http://schemas.microsoft.com/office/drawing/2014/main" id="{24D69BAC-3FF2-BED1-918F-3937EE16BB59}"/>
              </a:ext>
            </a:extLst>
          </p:cNvPr>
          <p:cNvCxnSpPr>
            <a:cxnSpLocks/>
          </p:cNvCxnSpPr>
          <p:nvPr userDrawn="1"/>
        </p:nvCxnSpPr>
        <p:spPr>
          <a:xfrm>
            <a:off x="3962400" y="401638"/>
            <a:ext cx="0" cy="57975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19413991"/>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Speakers (Dark)">
    <p:bg>
      <p:bgPr>
        <a:solidFill>
          <a:schemeClr val="accent1"/>
        </a:solidFill>
        <a:effectLst/>
      </p:bgPr>
    </p:bg>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16" name="Text Placeholder 96">
            <a:extLst>
              <a:ext uri="{FF2B5EF4-FFF2-40B4-BE49-F238E27FC236}">
                <a16:creationId xmlns:a16="http://schemas.microsoft.com/office/drawing/2014/main" id="{12BF79A8-D986-47A9-9552-53F98E10767E}"/>
              </a:ext>
            </a:extLst>
          </p:cNvPr>
          <p:cNvSpPr>
            <a:spLocks noGrp="1"/>
          </p:cNvSpPr>
          <p:nvPr>
            <p:ph type="body" sz="quarter" idx="111" hasCustomPrompt="1"/>
          </p:nvPr>
        </p:nvSpPr>
        <p:spPr>
          <a:xfrm>
            <a:off x="609600" y="6200775"/>
            <a:ext cx="9753597"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a:t>Footnotes</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775201" y="2111796"/>
            <a:ext cx="1219198" cy="1219197"/>
          </a:xfrm>
          <a:prstGeom prst="ellipse">
            <a:avLst/>
          </a:prstGeom>
          <a:blipFill>
            <a:blip r:embed="rId3">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solidFill>
                  <a:schemeClr val="bg1"/>
                </a:solidFill>
              </a:defRPr>
            </a:lvl1pPr>
          </a:lstStyle>
          <a:p>
            <a:r>
              <a:rPr lang="en-US"/>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855200" y="2111796"/>
            <a:ext cx="1219198" cy="1219197"/>
          </a:xfrm>
          <a:prstGeom prst="ellipse">
            <a:avLst/>
          </a:prstGeom>
          <a:blipFill>
            <a:blip r:embed="rId5">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315200" y="2111796"/>
            <a:ext cx="1219198" cy="1219197"/>
          </a:xfrm>
          <a:prstGeom prst="ellipse">
            <a:avLst/>
          </a:prstGeom>
          <a:blipFill>
            <a:blip r:embed="rId7">
              <a:extLst>
                <a:ext uri="{96DAC541-7B7A-43D3-8B79-37D633B846F1}">
                  <asvg:svgBlip xmlns:asvg="http://schemas.microsoft.com/office/drawing/2016/SVG/main" r:embed="rId8"/>
                </a:ext>
              </a:extLst>
            </a:blip>
            <a:stretch>
              <a:fillRect/>
            </a:stretch>
          </a:blipFill>
        </p:spPr>
        <p:txBody>
          <a:bodyPr>
            <a:noAutofit/>
          </a:bodyPr>
          <a:lstStyle>
            <a:lvl1pPr marL="0" indent="0">
              <a:lnSpc>
                <a:spcPct val="100000"/>
              </a:lnSpc>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347199"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347199"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4267200"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4267200"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807200"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807200"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28" name="Straight Connector 27">
            <a:extLst>
              <a:ext uri="{FF2B5EF4-FFF2-40B4-BE49-F238E27FC236}">
                <a16:creationId xmlns:a16="http://schemas.microsoft.com/office/drawing/2014/main" id="{B4B142DA-6D97-E8D9-1635-883092A8E37B}"/>
              </a:ext>
            </a:extLst>
          </p:cNvPr>
          <p:cNvCxnSpPr>
            <a:cxnSpLocks/>
          </p:cNvCxnSpPr>
          <p:nvPr userDrawn="1"/>
        </p:nvCxnSpPr>
        <p:spPr>
          <a:xfrm>
            <a:off x="3962400" y="401638"/>
            <a:ext cx="0" cy="57975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834424837"/>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909310"/>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10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1ACB46BA-7BAE-3F4C-9E6D-BBDFFAAF37B1}"/>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26482090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 Logo Holders">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11" name="Text Placeholder 96">
            <a:extLst>
              <a:ext uri="{FF2B5EF4-FFF2-40B4-BE49-F238E27FC236}">
                <a16:creationId xmlns:a16="http://schemas.microsoft.com/office/drawing/2014/main" id="{B5788CA3-B109-4C1E-8BEF-296AE5E5BBD7}"/>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a:t>Footnotes</a:t>
            </a:r>
          </a:p>
        </p:txBody>
      </p:sp>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609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895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181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467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9753599"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4" name="Title 3">
            <a:extLst>
              <a:ext uri="{FF2B5EF4-FFF2-40B4-BE49-F238E27FC236}">
                <a16:creationId xmlns:a16="http://schemas.microsoft.com/office/drawing/2014/main" id="{59E6B730-5A42-208D-B433-6B6B39E4788A}"/>
              </a:ext>
            </a:extLst>
          </p:cNvPr>
          <p:cNvSpPr>
            <a:spLocks noGrp="1"/>
          </p:cNvSpPr>
          <p:nvPr>
            <p:ph type="title" hasCustomPrompt="1"/>
          </p:nvPr>
        </p:nvSpPr>
        <p:spPr/>
        <p:txBody>
          <a:bodyPr/>
          <a:lstStyle>
            <a:lvl1pPr>
              <a:defRPr>
                <a:solidFill>
                  <a:schemeClr val="bg1"/>
                </a:solidFill>
              </a:defRPr>
            </a:lvl1pPr>
          </a:lstStyle>
          <a:p>
            <a:r>
              <a:rPr lang="en-US"/>
              <a:t>Click to enter title here</a:t>
            </a:r>
          </a:p>
        </p:txBody>
      </p:sp>
    </p:spTree>
    <p:custDataLst>
      <p:tags r:id="rId1"/>
    </p:custDataLst>
    <p:extLst>
      <p:ext uri="{BB962C8B-B14F-4D97-AF65-F5344CB8AC3E}">
        <p14:creationId xmlns:p14="http://schemas.microsoft.com/office/powerpoint/2010/main" val="304656434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5 Logo Holders">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20" name="Text Placeholder 96">
            <a:extLst>
              <a:ext uri="{FF2B5EF4-FFF2-40B4-BE49-F238E27FC236}">
                <a16:creationId xmlns:a16="http://schemas.microsoft.com/office/drawing/2014/main" id="{CCEEFB9C-D904-475F-96C7-94205FF977B7}"/>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a:t>Footnotes</a:t>
            </a:r>
          </a:p>
        </p:txBody>
      </p:sp>
      <p:sp>
        <p:nvSpPr>
          <p:cNvPr id="22" name="Picture Placeholder 11">
            <a:extLst>
              <a:ext uri="{FF2B5EF4-FFF2-40B4-BE49-F238E27FC236}">
                <a16:creationId xmlns:a16="http://schemas.microsoft.com/office/drawing/2014/main" id="{55383348-573F-407C-AC42-10E5B337AC52}"/>
              </a:ext>
            </a:extLst>
          </p:cNvPr>
          <p:cNvSpPr>
            <a:spLocks noGrp="1"/>
          </p:cNvSpPr>
          <p:nvPr>
            <p:ph type="pic" sz="quarter" idx="22" hasCustomPrompt="1"/>
          </p:nvPr>
        </p:nvSpPr>
        <p:spPr>
          <a:xfrm>
            <a:off x="60960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60960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97561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34162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70763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10073639"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0" name="Picture Placeholder 11">
            <a:extLst>
              <a:ext uri="{FF2B5EF4-FFF2-40B4-BE49-F238E27FC236}">
                <a16:creationId xmlns:a16="http://schemas.microsoft.com/office/drawing/2014/main" id="{528F52C5-394F-4E1B-B272-53ADE5734408}"/>
              </a:ext>
            </a:extLst>
          </p:cNvPr>
          <p:cNvSpPr>
            <a:spLocks noGrp="1"/>
          </p:cNvSpPr>
          <p:nvPr>
            <p:ph type="pic" sz="quarter" idx="18" hasCustomPrompt="1"/>
          </p:nvPr>
        </p:nvSpPr>
        <p:spPr>
          <a:xfrm>
            <a:off x="179260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1" name="Picture Placeholder 11">
            <a:extLst>
              <a:ext uri="{FF2B5EF4-FFF2-40B4-BE49-F238E27FC236}">
                <a16:creationId xmlns:a16="http://schemas.microsoft.com/office/drawing/2014/main" id="{010FBB93-0F37-4614-B044-1F82ABF9CE63}"/>
              </a:ext>
            </a:extLst>
          </p:cNvPr>
          <p:cNvSpPr>
            <a:spLocks noGrp="1"/>
          </p:cNvSpPr>
          <p:nvPr>
            <p:ph type="pic" sz="quarter" idx="19" hasCustomPrompt="1"/>
          </p:nvPr>
        </p:nvSpPr>
        <p:spPr>
          <a:xfrm>
            <a:off x="415861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7" name="Picture Placeholder 11">
            <a:extLst>
              <a:ext uri="{FF2B5EF4-FFF2-40B4-BE49-F238E27FC236}">
                <a16:creationId xmlns:a16="http://schemas.microsoft.com/office/drawing/2014/main" id="{B422470C-0E1C-419C-8572-16476BEE7FA8}"/>
              </a:ext>
            </a:extLst>
          </p:cNvPr>
          <p:cNvSpPr>
            <a:spLocks noGrp="1"/>
          </p:cNvSpPr>
          <p:nvPr>
            <p:ph type="pic" sz="quarter" idx="20" hasCustomPrompt="1"/>
          </p:nvPr>
        </p:nvSpPr>
        <p:spPr>
          <a:xfrm>
            <a:off x="652462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8" name="Picture Placeholder 11">
            <a:extLst>
              <a:ext uri="{FF2B5EF4-FFF2-40B4-BE49-F238E27FC236}">
                <a16:creationId xmlns:a16="http://schemas.microsoft.com/office/drawing/2014/main" id="{531AA156-F64E-4378-B7E9-92F3B595809A}"/>
              </a:ext>
            </a:extLst>
          </p:cNvPr>
          <p:cNvSpPr>
            <a:spLocks noGrp="1"/>
          </p:cNvSpPr>
          <p:nvPr>
            <p:ph type="pic" sz="quarter" idx="21" hasCustomPrompt="1"/>
          </p:nvPr>
        </p:nvSpPr>
        <p:spPr>
          <a:xfrm>
            <a:off x="889063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3" name="Picture Placeholder 11">
            <a:extLst>
              <a:ext uri="{FF2B5EF4-FFF2-40B4-BE49-F238E27FC236}">
                <a16:creationId xmlns:a16="http://schemas.microsoft.com/office/drawing/2014/main" id="{433BEA04-0693-4052-8B02-BF6FC678BA1D}"/>
              </a:ext>
            </a:extLst>
          </p:cNvPr>
          <p:cNvSpPr>
            <a:spLocks noGrp="1"/>
          </p:cNvSpPr>
          <p:nvPr>
            <p:ph type="pic" sz="quarter" idx="23" hasCustomPrompt="1"/>
          </p:nvPr>
        </p:nvSpPr>
        <p:spPr>
          <a:xfrm>
            <a:off x="297561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4" name="Picture Placeholder 11">
            <a:extLst>
              <a:ext uri="{FF2B5EF4-FFF2-40B4-BE49-F238E27FC236}">
                <a16:creationId xmlns:a16="http://schemas.microsoft.com/office/drawing/2014/main" id="{B88C8BE9-D35E-4988-80D5-BB7AD3E6AD9E}"/>
              </a:ext>
            </a:extLst>
          </p:cNvPr>
          <p:cNvSpPr>
            <a:spLocks noGrp="1"/>
          </p:cNvSpPr>
          <p:nvPr>
            <p:ph type="pic" sz="quarter" idx="24" hasCustomPrompt="1"/>
          </p:nvPr>
        </p:nvSpPr>
        <p:spPr>
          <a:xfrm>
            <a:off x="534162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5" name="Picture Placeholder 11">
            <a:extLst>
              <a:ext uri="{FF2B5EF4-FFF2-40B4-BE49-F238E27FC236}">
                <a16:creationId xmlns:a16="http://schemas.microsoft.com/office/drawing/2014/main" id="{18A22AE5-FC27-4F35-A0A4-5A75925CEFE6}"/>
              </a:ext>
            </a:extLst>
          </p:cNvPr>
          <p:cNvSpPr>
            <a:spLocks noGrp="1"/>
          </p:cNvSpPr>
          <p:nvPr>
            <p:ph type="pic" sz="quarter" idx="25" hasCustomPrompt="1"/>
          </p:nvPr>
        </p:nvSpPr>
        <p:spPr>
          <a:xfrm>
            <a:off x="770763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6" name="Picture Placeholder 11">
            <a:extLst>
              <a:ext uri="{FF2B5EF4-FFF2-40B4-BE49-F238E27FC236}">
                <a16:creationId xmlns:a16="http://schemas.microsoft.com/office/drawing/2014/main" id="{E918B138-DFE8-4A19-AB1C-B0F83FA25063}"/>
              </a:ext>
            </a:extLst>
          </p:cNvPr>
          <p:cNvSpPr>
            <a:spLocks noGrp="1"/>
          </p:cNvSpPr>
          <p:nvPr>
            <p:ph type="pic" sz="quarter" idx="26" hasCustomPrompt="1"/>
          </p:nvPr>
        </p:nvSpPr>
        <p:spPr>
          <a:xfrm>
            <a:off x="10073639"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4" name="Title 3">
            <a:extLst>
              <a:ext uri="{FF2B5EF4-FFF2-40B4-BE49-F238E27FC236}">
                <a16:creationId xmlns:a16="http://schemas.microsoft.com/office/drawing/2014/main" id="{42A7A832-AF78-1D3F-183D-D1C1FAD9DB49}"/>
              </a:ext>
            </a:extLst>
          </p:cNvPr>
          <p:cNvSpPr>
            <a:spLocks noGrp="1"/>
          </p:cNvSpPr>
          <p:nvPr>
            <p:ph type="title" hasCustomPrompt="1"/>
          </p:nvPr>
        </p:nvSpPr>
        <p:spPr/>
        <p:txBody>
          <a:bodyPr/>
          <a:lstStyle>
            <a:lvl1pPr>
              <a:defRPr>
                <a:solidFill>
                  <a:schemeClr val="bg1"/>
                </a:solidFill>
              </a:defRPr>
            </a:lvl1pPr>
          </a:lstStyle>
          <a:p>
            <a:r>
              <a:rPr lang="en-US"/>
              <a:t>Click to enter title here</a:t>
            </a:r>
          </a:p>
        </p:txBody>
      </p:sp>
    </p:spTree>
    <p:custDataLst>
      <p:tags r:id="rId1"/>
    </p:custDataLst>
    <p:extLst>
      <p:ext uri="{BB962C8B-B14F-4D97-AF65-F5344CB8AC3E}">
        <p14:creationId xmlns:p14="http://schemas.microsoft.com/office/powerpoint/2010/main" val="1492247719"/>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C17AC543-38B8-5244-ACFA-121DD8C94A06}"/>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28317904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21" name="Text Placeholder 96">
            <a:extLst>
              <a:ext uri="{FF2B5EF4-FFF2-40B4-BE49-F238E27FC236}">
                <a16:creationId xmlns:a16="http://schemas.microsoft.com/office/drawing/2014/main" id="{E5E4BB74-DA2D-41B2-AA1D-6A62934140E9}"/>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81412"/>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77323"/>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grpSp>
        <p:nvGrpSpPr>
          <p:cNvPr id="4" name="Group 3">
            <a:extLst>
              <a:ext uri="{FF2B5EF4-FFF2-40B4-BE49-F238E27FC236}">
                <a16:creationId xmlns:a16="http://schemas.microsoft.com/office/drawing/2014/main" id="{07A1BF01-A79B-4385-8031-297EE30136DC}"/>
              </a:ext>
            </a:extLst>
          </p:cNvPr>
          <p:cNvGrpSpPr/>
          <p:nvPr userDrawn="1"/>
        </p:nvGrpSpPr>
        <p:grpSpPr>
          <a:xfrm>
            <a:off x="4702794" y="2368567"/>
            <a:ext cx="2786412" cy="2786898"/>
            <a:chOff x="4702794" y="1940301"/>
            <a:chExt cx="2786412" cy="2786898"/>
          </a:xfrm>
        </p:grpSpPr>
        <p:sp>
          <p:nvSpPr>
            <p:cNvPr id="13" name="Oval 12">
              <a:extLst>
                <a:ext uri="{FF2B5EF4-FFF2-40B4-BE49-F238E27FC236}">
                  <a16:creationId xmlns:a16="http://schemas.microsoft.com/office/drawing/2014/main" id="{230997DD-D22B-4EFC-9126-67C2C54698BB}"/>
                </a:ext>
              </a:extLst>
            </p:cNvPr>
            <p:cNvSpPr/>
            <p:nvPr/>
          </p:nvSpPr>
          <p:spPr>
            <a:xfrm>
              <a:off x="4702794" y="1940301"/>
              <a:ext cx="2786412" cy="278689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14" name="Freeform 17">
              <a:extLst>
                <a:ext uri="{FF2B5EF4-FFF2-40B4-BE49-F238E27FC236}">
                  <a16:creationId xmlns:a16="http://schemas.microsoft.com/office/drawing/2014/main" id="{29FAD213-61FD-4539-A69F-3C32018A24DB}"/>
                </a:ext>
              </a:extLst>
            </p:cNvPr>
            <p:cNvSpPr>
              <a:spLocks/>
            </p:cNvSpPr>
            <p:nvPr/>
          </p:nvSpPr>
          <p:spPr bwMode="auto">
            <a:xfrm rot="2035772" flipH="1">
              <a:off x="6585832" y="2580721"/>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11" name="Freeform 17">
              <a:extLst>
                <a:ext uri="{FF2B5EF4-FFF2-40B4-BE49-F238E27FC236}">
                  <a16:creationId xmlns:a16="http://schemas.microsoft.com/office/drawing/2014/main" id="{98D6951D-FE9A-4665-95E2-3F19B0E744E3}"/>
                </a:ext>
              </a:extLst>
            </p:cNvPr>
            <p:cNvSpPr>
              <a:spLocks/>
            </p:cNvSpPr>
            <p:nvPr/>
          </p:nvSpPr>
          <p:spPr bwMode="auto">
            <a:xfrm rot="16435772" flipH="1">
              <a:off x="4698038" y="2693600"/>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12" name="Freeform 17">
              <a:extLst>
                <a:ext uri="{FF2B5EF4-FFF2-40B4-BE49-F238E27FC236}">
                  <a16:creationId xmlns:a16="http://schemas.microsoft.com/office/drawing/2014/main" id="{2768B24A-1E90-4139-8E9B-B4B117E517F1}"/>
                </a:ext>
              </a:extLst>
            </p:cNvPr>
            <p:cNvSpPr>
              <a:spLocks/>
            </p:cNvSpPr>
            <p:nvPr/>
          </p:nvSpPr>
          <p:spPr bwMode="auto">
            <a:xfrm rot="9235772" flipH="1">
              <a:off x="5739691" y="4272038"/>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16" name="Oval 15">
            <a:extLst>
              <a:ext uri="{FF2B5EF4-FFF2-40B4-BE49-F238E27FC236}">
                <a16:creationId xmlns:a16="http://schemas.microsoft.com/office/drawing/2014/main" id="{225B7881-80A4-4DE1-92CC-18F43E2DBF8A}"/>
              </a:ext>
            </a:extLst>
          </p:cNvPr>
          <p:cNvSpPr/>
          <p:nvPr/>
        </p:nvSpPr>
        <p:spPr>
          <a:xfrm flipH="1">
            <a:off x="4010019" y="1340375"/>
            <a:ext cx="4171962" cy="417195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a:off x="5266890" y="1703838"/>
            <a:ext cx="1658270" cy="16582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467158" y="3634224"/>
            <a:ext cx="1658270" cy="165827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136020" y="3634224"/>
            <a:ext cx="1658270" cy="16582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609600" y="4394948"/>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609600" y="3990859"/>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400" y="4394948"/>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400" y="3990859"/>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6" name="Title 5">
            <a:extLst>
              <a:ext uri="{FF2B5EF4-FFF2-40B4-BE49-F238E27FC236}">
                <a16:creationId xmlns:a16="http://schemas.microsoft.com/office/drawing/2014/main" id="{2399D7DC-907E-8D70-ABA4-33299889E97A}"/>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211134514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24" name="Text Placeholder 96">
            <a:extLst>
              <a:ext uri="{FF2B5EF4-FFF2-40B4-BE49-F238E27FC236}">
                <a16:creationId xmlns:a16="http://schemas.microsoft.com/office/drawing/2014/main" id="{CE8C3807-87D9-42F7-9FDA-C83B7DA9469E}"/>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grpSp>
        <p:nvGrpSpPr>
          <p:cNvPr id="28" name="Group 27">
            <a:extLst>
              <a:ext uri="{FF2B5EF4-FFF2-40B4-BE49-F238E27FC236}">
                <a16:creationId xmlns:a16="http://schemas.microsoft.com/office/drawing/2014/main" id="{8E131E32-D591-4D01-92AB-485CBED924ED}"/>
              </a:ext>
            </a:extLst>
          </p:cNvPr>
          <p:cNvGrpSpPr/>
          <p:nvPr/>
        </p:nvGrpSpPr>
        <p:grpSpPr>
          <a:xfrm>
            <a:off x="4382752" y="2025571"/>
            <a:ext cx="3499796" cy="3499894"/>
            <a:chOff x="4490400" y="1728106"/>
            <a:chExt cx="3211200" cy="3211290"/>
          </a:xfrm>
        </p:grpSpPr>
        <p:sp>
          <p:nvSpPr>
            <p:cNvPr id="50" name="Oval 49">
              <a:extLst>
                <a:ext uri="{FF2B5EF4-FFF2-40B4-BE49-F238E27FC236}">
                  <a16:creationId xmlns:a16="http://schemas.microsoft.com/office/drawing/2014/main" id="{C289433E-E4BD-447F-A5D3-E923FF48D138}"/>
                </a:ext>
              </a:extLst>
            </p:cNvPr>
            <p:cNvSpPr/>
            <p:nvPr/>
          </p:nvSpPr>
          <p:spPr>
            <a:xfrm>
              <a:off x="4490400" y="1728106"/>
              <a:ext cx="3211200" cy="321129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51" name="Freeform 17">
              <a:extLst>
                <a:ext uri="{FF2B5EF4-FFF2-40B4-BE49-F238E27FC236}">
                  <a16:creationId xmlns:a16="http://schemas.microsoft.com/office/drawing/2014/main" id="{42772CDC-6E6C-420D-900E-FDB16E44FD16}"/>
                </a:ext>
              </a:extLst>
            </p:cNvPr>
            <p:cNvSpPr>
              <a:spLocks/>
            </p:cNvSpPr>
            <p:nvPr/>
          </p:nvSpPr>
          <p:spPr bwMode="auto">
            <a:xfrm rot="19854777" flipH="1">
              <a:off x="5535147" y="1908953"/>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2" name="Freeform 17">
              <a:extLst>
                <a:ext uri="{FF2B5EF4-FFF2-40B4-BE49-F238E27FC236}">
                  <a16:creationId xmlns:a16="http://schemas.microsoft.com/office/drawing/2014/main" id="{0D540155-5B59-4189-895D-F8654D5FF389}"/>
                </a:ext>
              </a:extLst>
            </p:cNvPr>
            <p:cNvSpPr>
              <a:spLocks/>
            </p:cNvSpPr>
            <p:nvPr/>
          </p:nvSpPr>
          <p:spPr bwMode="auto">
            <a:xfrm rot="13554777" flipH="1">
              <a:off x="4504235" y="361806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FE10B99A-BD03-430A-9F22-CFE36F812487}"/>
                </a:ext>
              </a:extLst>
            </p:cNvPr>
            <p:cNvSpPr>
              <a:spLocks/>
            </p:cNvSpPr>
            <p:nvPr/>
          </p:nvSpPr>
          <p:spPr bwMode="auto">
            <a:xfrm rot="9054777" flipH="1">
              <a:off x="5815679" y="4409107"/>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4" name="Freeform 17">
              <a:extLst>
                <a:ext uri="{FF2B5EF4-FFF2-40B4-BE49-F238E27FC236}">
                  <a16:creationId xmlns:a16="http://schemas.microsoft.com/office/drawing/2014/main" id="{1D6D7828-85FD-428A-B05F-5C2C1BC9BEF4}"/>
                </a:ext>
              </a:extLst>
            </p:cNvPr>
            <p:cNvSpPr>
              <a:spLocks/>
            </p:cNvSpPr>
            <p:nvPr/>
          </p:nvSpPr>
          <p:spPr bwMode="auto">
            <a:xfrm rot="2754777" flipH="1">
              <a:off x="6846591" y="270000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81412"/>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77323"/>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198447" y="3791095"/>
            <a:ext cx="1915200" cy="1915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471325" y="4079859"/>
            <a:ext cx="1317600" cy="1317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609600" y="4394948"/>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609600" y="3990859"/>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8534400" y="4394948"/>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8534400" y="3990859"/>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400" y="2381412"/>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400" y="1977323"/>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97247" y="2133195"/>
            <a:ext cx="1317600" cy="1317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172926" y="1834797"/>
            <a:ext cx="1914398" cy="19143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4" name="Title 3">
            <a:extLst>
              <a:ext uri="{FF2B5EF4-FFF2-40B4-BE49-F238E27FC236}">
                <a16:creationId xmlns:a16="http://schemas.microsoft.com/office/drawing/2014/main" id="{F5EBAB4B-6164-4B6B-A4AF-AFBC4A74749A}"/>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49656210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userDrawn="1">
            <p:ph type="dt" sz="half" idx="10"/>
          </p:nvPr>
        </p:nvSpPr>
        <p:spPr/>
        <p:txBody>
          <a:bodyPr/>
          <a:lstStyle>
            <a:lvl1pPr>
              <a:lnSpc>
                <a:spcPct val="100000"/>
              </a:lnSpc>
              <a:defRPr/>
            </a:lvl1pPr>
          </a:lstStyle>
          <a:p>
            <a:endParaRPr lang="en-GB"/>
          </a:p>
        </p:txBody>
      </p:sp>
      <p:sp>
        <p:nvSpPr>
          <p:cNvPr id="28" name="Text Placeholder 96">
            <a:extLst>
              <a:ext uri="{FF2B5EF4-FFF2-40B4-BE49-F238E27FC236}">
                <a16:creationId xmlns:a16="http://schemas.microsoft.com/office/drawing/2014/main" id="{5D62670B-0564-448A-81BB-05FE5CE78A4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grpSp>
        <p:nvGrpSpPr>
          <p:cNvPr id="51" name="Group 50">
            <a:extLst>
              <a:ext uri="{FF2B5EF4-FFF2-40B4-BE49-F238E27FC236}">
                <a16:creationId xmlns:a16="http://schemas.microsoft.com/office/drawing/2014/main" id="{25E9D534-D83A-4B31-A3BE-9427DD348BAF}"/>
              </a:ext>
            </a:extLst>
          </p:cNvPr>
          <p:cNvGrpSpPr/>
          <p:nvPr userDrawn="1"/>
        </p:nvGrpSpPr>
        <p:grpSpPr>
          <a:xfrm>
            <a:off x="4500562" y="2232668"/>
            <a:ext cx="3267076" cy="3267070"/>
            <a:chOff x="4500562" y="1662253"/>
            <a:chExt cx="3267076" cy="3267070"/>
          </a:xfrm>
        </p:grpSpPr>
        <p:sp>
          <p:nvSpPr>
            <p:cNvPr id="52" name="Oval 51">
              <a:extLst>
                <a:ext uri="{FF2B5EF4-FFF2-40B4-BE49-F238E27FC236}">
                  <a16:creationId xmlns:a16="http://schemas.microsoft.com/office/drawing/2014/main" id="{3C512217-6459-4660-9829-4DE5567187F7}"/>
                </a:ext>
              </a:extLst>
            </p:cNvPr>
            <p:cNvSpPr/>
            <p:nvPr/>
          </p:nvSpPr>
          <p:spPr>
            <a:xfrm rot="1639321">
              <a:off x="4500562" y="1662253"/>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53" name="Freeform 19">
              <a:extLst>
                <a:ext uri="{FF2B5EF4-FFF2-40B4-BE49-F238E27FC236}">
                  <a16:creationId xmlns:a16="http://schemas.microsoft.com/office/drawing/2014/main" id="{59D28C0B-069A-4D30-B857-D43033D72094}"/>
                </a:ext>
              </a:extLst>
            </p:cNvPr>
            <p:cNvSpPr>
              <a:spLocks/>
            </p:cNvSpPr>
            <p:nvPr/>
          </p:nvSpPr>
          <p:spPr bwMode="auto">
            <a:xfrm rot="1405703" flipH="1">
              <a:off x="6695740" y="20103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4" name="Freeform 19">
              <a:extLst>
                <a:ext uri="{FF2B5EF4-FFF2-40B4-BE49-F238E27FC236}">
                  <a16:creationId xmlns:a16="http://schemas.microsoft.com/office/drawing/2014/main" id="{245FE08A-350D-4ADF-B528-DE0441A1AB41}"/>
                </a:ext>
              </a:extLst>
            </p:cNvPr>
            <p:cNvSpPr>
              <a:spLocks/>
            </p:cNvSpPr>
            <p:nvPr/>
          </p:nvSpPr>
          <p:spPr bwMode="auto">
            <a:xfrm rot="14365703" flipH="1">
              <a:off x="4628605" y="3890961"/>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6" name="Freeform 19">
              <a:extLst>
                <a:ext uri="{FF2B5EF4-FFF2-40B4-BE49-F238E27FC236}">
                  <a16:creationId xmlns:a16="http://schemas.microsoft.com/office/drawing/2014/main" id="{EE0CA3E0-C143-41E0-AF74-49D1F216DF07}"/>
                </a:ext>
              </a:extLst>
            </p:cNvPr>
            <p:cNvSpPr>
              <a:spLocks/>
            </p:cNvSpPr>
            <p:nvPr/>
          </p:nvSpPr>
          <p:spPr bwMode="auto">
            <a:xfrm rot="18685703" flipH="1">
              <a:off x="4959962" y="22135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7" name="Freeform 19">
              <a:extLst>
                <a:ext uri="{FF2B5EF4-FFF2-40B4-BE49-F238E27FC236}">
                  <a16:creationId xmlns:a16="http://schemas.microsoft.com/office/drawing/2014/main" id="{D2153C8F-EEA8-494D-A76E-24CE12EDC97D}"/>
                </a:ext>
              </a:extLst>
            </p:cNvPr>
            <p:cNvSpPr>
              <a:spLocks/>
            </p:cNvSpPr>
            <p:nvPr/>
          </p:nvSpPr>
          <p:spPr bwMode="auto">
            <a:xfrm rot="10045703" flipH="1">
              <a:off x="6121494" y="4724438"/>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8" name="Freeform 19">
              <a:extLst>
                <a:ext uri="{FF2B5EF4-FFF2-40B4-BE49-F238E27FC236}">
                  <a16:creationId xmlns:a16="http://schemas.microsoft.com/office/drawing/2014/main" id="{CD30E02F-8444-4044-9031-40722B9986B9}"/>
                </a:ext>
              </a:extLst>
            </p:cNvPr>
            <p:cNvSpPr>
              <a:spLocks/>
            </p:cNvSpPr>
            <p:nvPr/>
          </p:nvSpPr>
          <p:spPr bwMode="auto">
            <a:xfrm rot="5725703" flipH="1">
              <a:off x="7375506" y="3562176"/>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userDrawn="1">
            <p:ph type="body" sz="quarter" idx="32" hasCustomPrompt="1"/>
          </p:nvPr>
        </p:nvSpPr>
        <p:spPr>
          <a:xfrm>
            <a:off x="7812362" y="197799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userDrawn="1">
            <p:ph type="body" sz="quarter" idx="31" hasCustomPrompt="1"/>
          </p:nvPr>
        </p:nvSpPr>
        <p:spPr>
          <a:xfrm>
            <a:off x="7812362" y="157390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userDrawn="1">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userDrawn="1">
            <p:ph type="pic" sz="quarter" idx="23" hasCustomPrompt="1"/>
          </p:nvPr>
        </p:nvSpPr>
        <p:spPr>
          <a:xfrm>
            <a:off x="4615503" y="4283154"/>
            <a:ext cx="1382400" cy="1382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userDrawn="1">
            <p:ph type="pic" sz="quarter" idx="30" hasCustomPrompt="1"/>
          </p:nvPr>
        </p:nvSpPr>
        <p:spPr>
          <a:xfrm>
            <a:off x="4106791" y="2766804"/>
            <a:ext cx="1382400" cy="1382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userDrawn="1">
            <p:ph type="body" sz="quarter" idx="35" hasCustomPrompt="1"/>
          </p:nvPr>
        </p:nvSpPr>
        <p:spPr>
          <a:xfrm>
            <a:off x="609600" y="352028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userDrawn="1">
            <p:ph type="body" sz="quarter" idx="36" hasCustomPrompt="1"/>
          </p:nvPr>
        </p:nvSpPr>
        <p:spPr>
          <a:xfrm>
            <a:off x="609600" y="311619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userDrawn="1">
            <p:ph type="body" sz="quarter" idx="37" hasCustomPrompt="1"/>
          </p:nvPr>
        </p:nvSpPr>
        <p:spPr>
          <a:xfrm>
            <a:off x="609600" y="5062573"/>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userDrawn="1">
            <p:ph type="body" sz="quarter" idx="38" hasCustomPrompt="1"/>
          </p:nvPr>
        </p:nvSpPr>
        <p:spPr>
          <a:xfrm>
            <a:off x="609600" y="4658484"/>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userDrawn="1">
            <p:ph type="pic" sz="quarter" idx="39" hasCustomPrompt="1"/>
          </p:nvPr>
        </p:nvSpPr>
        <p:spPr>
          <a:xfrm>
            <a:off x="6214837" y="4268148"/>
            <a:ext cx="1382400" cy="138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userDrawn="1">
            <p:ph type="pic" sz="quarter" idx="21" hasCustomPrompt="1"/>
          </p:nvPr>
        </p:nvSpPr>
        <p:spPr>
          <a:xfrm rot="5400000">
            <a:off x="5391956" y="1814412"/>
            <a:ext cx="1382400" cy="1382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userDrawn="1">
            <p:ph type="body" sz="quarter" idx="40" hasCustomPrompt="1"/>
          </p:nvPr>
        </p:nvSpPr>
        <p:spPr>
          <a:xfrm>
            <a:off x="8534400" y="5062573"/>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userDrawn="1">
            <p:ph type="body" sz="quarter" idx="41" hasCustomPrompt="1"/>
          </p:nvPr>
        </p:nvSpPr>
        <p:spPr>
          <a:xfrm>
            <a:off x="8534400" y="4658484"/>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userDrawn="1">
            <p:ph type="body" sz="quarter" idx="42" hasCustomPrompt="1"/>
          </p:nvPr>
        </p:nvSpPr>
        <p:spPr>
          <a:xfrm>
            <a:off x="8534400" y="352028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userDrawn="1">
            <p:ph type="body" sz="quarter" idx="43" hasCustomPrompt="1"/>
          </p:nvPr>
        </p:nvSpPr>
        <p:spPr>
          <a:xfrm>
            <a:off x="8534400" y="311619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userDrawn="1">
            <p:ph type="pic" sz="quarter" idx="45" hasCustomPrompt="1"/>
          </p:nvPr>
        </p:nvSpPr>
        <p:spPr>
          <a:xfrm>
            <a:off x="6694800" y="2742382"/>
            <a:ext cx="1382400" cy="1382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6" name="Title 5">
            <a:extLst>
              <a:ext uri="{FF2B5EF4-FFF2-40B4-BE49-F238E27FC236}">
                <a16:creationId xmlns:a16="http://schemas.microsoft.com/office/drawing/2014/main" id="{1C2F3452-8ED7-BB43-4637-565A9C094147}"/>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326391853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44" name="Text Placeholder 96">
            <a:extLst>
              <a:ext uri="{FF2B5EF4-FFF2-40B4-BE49-F238E27FC236}">
                <a16:creationId xmlns:a16="http://schemas.microsoft.com/office/drawing/2014/main" id="{5767C5E8-2550-48B3-B38B-4A113100B13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grpSp>
        <p:nvGrpSpPr>
          <p:cNvPr id="4" name="Group 3">
            <a:extLst>
              <a:ext uri="{FF2B5EF4-FFF2-40B4-BE49-F238E27FC236}">
                <a16:creationId xmlns:a16="http://schemas.microsoft.com/office/drawing/2014/main" id="{3E434940-7559-4041-A9F9-0DF5F3567311}"/>
              </a:ext>
            </a:extLst>
          </p:cNvPr>
          <p:cNvGrpSpPr/>
          <p:nvPr userDrawn="1"/>
        </p:nvGrpSpPr>
        <p:grpSpPr>
          <a:xfrm>
            <a:off x="3962400" y="1656710"/>
            <a:ext cx="4343400" cy="4343392"/>
            <a:chOff x="3962400" y="1182148"/>
            <a:chExt cx="4343400" cy="4343392"/>
          </a:xfrm>
        </p:grpSpPr>
        <p:sp>
          <p:nvSpPr>
            <p:cNvPr id="85" name="Oval 84">
              <a:extLst>
                <a:ext uri="{FF2B5EF4-FFF2-40B4-BE49-F238E27FC236}">
                  <a16:creationId xmlns:a16="http://schemas.microsoft.com/office/drawing/2014/main" id="{97068049-9E9C-4AB6-9ED8-B5CB565293A5}"/>
                </a:ext>
              </a:extLst>
            </p:cNvPr>
            <p:cNvSpPr/>
            <p:nvPr/>
          </p:nvSpPr>
          <p:spPr>
            <a:xfrm>
              <a:off x="4500562" y="1720309"/>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90000"/>
                </a:lnSpc>
                <a:spcAft>
                  <a:spcPts val="600"/>
                </a:spcAft>
                <a:buFont typeface="Arial" panose="020B0604020202020204" pitchFamily="34" charset="0"/>
                <a:buNone/>
              </a:pPr>
              <a:endParaRPr lang="en-US" sz="3600" b="1">
                <a:latin typeface="+mj-lt"/>
              </a:endParaRPr>
            </a:p>
          </p:txBody>
        </p:sp>
        <p:grpSp>
          <p:nvGrpSpPr>
            <p:cNvPr id="86" name="Group 85">
              <a:extLst>
                <a:ext uri="{FF2B5EF4-FFF2-40B4-BE49-F238E27FC236}">
                  <a16:creationId xmlns:a16="http://schemas.microsoft.com/office/drawing/2014/main" id="{542CFC9C-095F-4B94-A8F5-C216A77EFFF4}"/>
                </a:ext>
              </a:extLst>
            </p:cNvPr>
            <p:cNvGrpSpPr/>
            <p:nvPr/>
          </p:nvGrpSpPr>
          <p:grpSpPr>
            <a:xfrm rot="20663140">
              <a:off x="4928258" y="2358665"/>
              <a:ext cx="2665070" cy="2434571"/>
              <a:chOff x="5344949" y="2692885"/>
              <a:chExt cx="1655223" cy="1512065"/>
            </a:xfrm>
          </p:grpSpPr>
          <p:sp>
            <p:nvSpPr>
              <p:cNvPr id="91" name="Freeform 18">
                <a:extLst>
                  <a:ext uri="{FF2B5EF4-FFF2-40B4-BE49-F238E27FC236}">
                    <a16:creationId xmlns:a16="http://schemas.microsoft.com/office/drawing/2014/main" id="{5A557AD1-06A3-429C-A17C-67C2D6FC16E1}"/>
                  </a:ext>
                </a:extLst>
              </p:cNvPr>
              <p:cNvSpPr>
                <a:spLocks/>
              </p:cNvSpPr>
              <p:nvPr/>
            </p:nvSpPr>
            <p:spPr bwMode="auto">
              <a:xfrm flipH="1">
                <a:off x="5344949" y="2692885"/>
                <a:ext cx="106835" cy="148144"/>
              </a:xfrm>
              <a:custGeom>
                <a:avLst/>
                <a:gdLst>
                  <a:gd name="T0" fmla="*/ 110 w 110"/>
                  <a:gd name="T1" fmla="*/ 153 h 153"/>
                  <a:gd name="T2" fmla="*/ 110 w 110"/>
                  <a:gd name="T3" fmla="*/ 153 h 153"/>
                  <a:gd name="T4" fmla="*/ 0 w 110"/>
                  <a:gd name="T5" fmla="*/ 0 h 153"/>
                </a:gdLst>
                <a:ahLst/>
                <a:cxnLst>
                  <a:cxn ang="0">
                    <a:pos x="T0" y="T1"/>
                  </a:cxn>
                  <a:cxn ang="0">
                    <a:pos x="T2" y="T3"/>
                  </a:cxn>
                  <a:cxn ang="0">
                    <a:pos x="T4" y="T5"/>
                  </a:cxn>
                </a:cxnLst>
                <a:rect l="0" t="0" r="r" b="b"/>
                <a:pathLst>
                  <a:path w="110" h="153">
                    <a:moveTo>
                      <a:pt x="110" y="153"/>
                    </a:moveTo>
                    <a:cubicBezTo>
                      <a:pt x="110" y="153"/>
                      <a:pt x="110" y="153"/>
                      <a:pt x="110" y="153"/>
                    </a:cubicBezTo>
                    <a:cubicBezTo>
                      <a:pt x="79" y="98"/>
                      <a:pt x="41" y="47"/>
                      <a:pt x="0"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2" name="Freeform 20">
                <a:extLst>
                  <a:ext uri="{FF2B5EF4-FFF2-40B4-BE49-F238E27FC236}">
                    <a16:creationId xmlns:a16="http://schemas.microsoft.com/office/drawing/2014/main" id="{B070BC1C-33C1-4074-AC0D-8088E6060A07}"/>
                  </a:ext>
                </a:extLst>
              </p:cNvPr>
              <p:cNvSpPr>
                <a:spLocks/>
              </p:cNvSpPr>
              <p:nvPr/>
            </p:nvSpPr>
            <p:spPr bwMode="auto">
              <a:xfrm flipH="1">
                <a:off x="6924676" y="2841029"/>
                <a:ext cx="75496" cy="167374"/>
              </a:xfrm>
              <a:custGeom>
                <a:avLst/>
                <a:gdLst>
                  <a:gd name="T0" fmla="*/ 78 w 78"/>
                  <a:gd name="T1" fmla="*/ 0 h 173"/>
                  <a:gd name="T2" fmla="*/ 77 w 78"/>
                  <a:gd name="T3" fmla="*/ 0 h 173"/>
                  <a:gd name="T4" fmla="*/ 0 w 78"/>
                  <a:gd name="T5" fmla="*/ 173 h 173"/>
                </a:gdLst>
                <a:ahLst/>
                <a:cxnLst>
                  <a:cxn ang="0">
                    <a:pos x="T0" y="T1"/>
                  </a:cxn>
                  <a:cxn ang="0">
                    <a:pos x="T2" y="T3"/>
                  </a:cxn>
                  <a:cxn ang="0">
                    <a:pos x="T4" y="T5"/>
                  </a:cxn>
                </a:cxnLst>
                <a:rect l="0" t="0" r="r" b="b"/>
                <a:pathLst>
                  <a:path w="78" h="173">
                    <a:moveTo>
                      <a:pt x="78" y="0"/>
                    </a:moveTo>
                    <a:cubicBezTo>
                      <a:pt x="77" y="0"/>
                      <a:pt x="77" y="0"/>
                      <a:pt x="77" y="0"/>
                    </a:cubicBezTo>
                    <a:cubicBezTo>
                      <a:pt x="46" y="55"/>
                      <a:pt x="20" y="113"/>
                      <a:pt x="0" y="173"/>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3" name="Freeform 22">
                <a:extLst>
                  <a:ext uri="{FF2B5EF4-FFF2-40B4-BE49-F238E27FC236}">
                    <a16:creationId xmlns:a16="http://schemas.microsoft.com/office/drawing/2014/main" id="{7E226681-5C0D-4724-8383-5DC8F39D29AF}"/>
                  </a:ext>
                </a:extLst>
              </p:cNvPr>
              <p:cNvSpPr>
                <a:spLocks/>
              </p:cNvSpPr>
              <p:nvPr/>
            </p:nvSpPr>
            <p:spPr bwMode="auto">
              <a:xfrm flipH="1">
                <a:off x="5951769" y="4186432"/>
                <a:ext cx="182331" cy="18518"/>
              </a:xfrm>
              <a:custGeom>
                <a:avLst/>
                <a:gdLst>
                  <a:gd name="T0" fmla="*/ 0 w 188"/>
                  <a:gd name="T1" fmla="*/ 18 h 19"/>
                  <a:gd name="T2" fmla="*/ 0 w 188"/>
                  <a:gd name="T3" fmla="*/ 19 h 19"/>
                  <a:gd name="T4" fmla="*/ 188 w 188"/>
                  <a:gd name="T5" fmla="*/ 0 h 19"/>
                </a:gdLst>
                <a:ahLst/>
                <a:cxnLst>
                  <a:cxn ang="0">
                    <a:pos x="T0" y="T1"/>
                  </a:cxn>
                  <a:cxn ang="0">
                    <a:pos x="T2" y="T3"/>
                  </a:cxn>
                  <a:cxn ang="0">
                    <a:pos x="T4" y="T5"/>
                  </a:cxn>
                </a:cxnLst>
                <a:rect l="0" t="0" r="r" b="b"/>
                <a:pathLst>
                  <a:path w="188" h="19">
                    <a:moveTo>
                      <a:pt x="0" y="18"/>
                    </a:moveTo>
                    <a:cubicBezTo>
                      <a:pt x="0" y="19"/>
                      <a:pt x="0" y="19"/>
                      <a:pt x="0" y="19"/>
                    </a:cubicBezTo>
                    <a:cubicBezTo>
                      <a:pt x="63" y="19"/>
                      <a:pt x="126" y="12"/>
                      <a:pt x="18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grpSp>
        <p:grpSp>
          <p:nvGrpSpPr>
            <p:cNvPr id="87" name="Group 86">
              <a:extLst>
                <a:ext uri="{FF2B5EF4-FFF2-40B4-BE49-F238E27FC236}">
                  <a16:creationId xmlns:a16="http://schemas.microsoft.com/office/drawing/2014/main" id="{96A6398B-0687-499A-A3EF-3864749ECD92}"/>
                </a:ext>
              </a:extLst>
            </p:cNvPr>
            <p:cNvGrpSpPr/>
            <p:nvPr/>
          </p:nvGrpSpPr>
          <p:grpSpPr>
            <a:xfrm rot="21366382">
              <a:off x="4721545" y="1896038"/>
              <a:ext cx="2667364" cy="2439158"/>
              <a:chOff x="5268028" y="2386626"/>
              <a:chExt cx="1656648" cy="1514914"/>
            </a:xfrm>
          </p:grpSpPr>
          <p:sp>
            <p:nvSpPr>
              <p:cNvPr id="88" name="Freeform 19">
                <a:extLst>
                  <a:ext uri="{FF2B5EF4-FFF2-40B4-BE49-F238E27FC236}">
                    <a16:creationId xmlns:a16="http://schemas.microsoft.com/office/drawing/2014/main" id="{52B27D6F-750C-4E87-9F46-CB20F0ACCC22}"/>
                  </a:ext>
                </a:extLst>
              </p:cNvPr>
              <p:cNvSpPr>
                <a:spLocks/>
              </p:cNvSpPr>
              <p:nvPr/>
            </p:nvSpPr>
            <p:spPr bwMode="auto">
              <a:xfrm flipH="1">
                <a:off x="6134100" y="2386626"/>
                <a:ext cx="183043" cy="19230"/>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89" name="Freeform 21">
                <a:extLst>
                  <a:ext uri="{FF2B5EF4-FFF2-40B4-BE49-F238E27FC236}">
                    <a16:creationId xmlns:a16="http://schemas.microsoft.com/office/drawing/2014/main" id="{0148AA9A-F791-4EE1-8751-874899E8757B}"/>
                  </a:ext>
                </a:extLst>
              </p:cNvPr>
              <p:cNvSpPr>
                <a:spLocks/>
              </p:cNvSpPr>
              <p:nvPr/>
            </p:nvSpPr>
            <p:spPr bwMode="auto">
              <a:xfrm flipH="1">
                <a:off x="6817841" y="3751972"/>
                <a:ext cx="106835" cy="149568"/>
              </a:xfrm>
              <a:custGeom>
                <a:avLst/>
                <a:gdLst>
                  <a:gd name="T0" fmla="*/ 0 w 110"/>
                  <a:gd name="T1" fmla="*/ 0 h 154"/>
                  <a:gd name="T2" fmla="*/ 0 w 110"/>
                  <a:gd name="T3" fmla="*/ 1 h 154"/>
                  <a:gd name="T4" fmla="*/ 110 w 110"/>
                  <a:gd name="T5" fmla="*/ 154 h 154"/>
                </a:gdLst>
                <a:ahLst/>
                <a:cxnLst>
                  <a:cxn ang="0">
                    <a:pos x="T0" y="T1"/>
                  </a:cxn>
                  <a:cxn ang="0">
                    <a:pos x="T2" y="T3"/>
                  </a:cxn>
                  <a:cxn ang="0">
                    <a:pos x="T4" y="T5"/>
                  </a:cxn>
                </a:cxnLst>
                <a:rect l="0" t="0" r="r" b="b"/>
                <a:pathLst>
                  <a:path w="110" h="154">
                    <a:moveTo>
                      <a:pt x="0" y="0"/>
                    </a:moveTo>
                    <a:cubicBezTo>
                      <a:pt x="0" y="1"/>
                      <a:pt x="0" y="1"/>
                      <a:pt x="0" y="1"/>
                    </a:cubicBezTo>
                    <a:cubicBezTo>
                      <a:pt x="32" y="56"/>
                      <a:pt x="69" y="107"/>
                      <a:pt x="110" y="154"/>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0" name="Freeform 23">
                <a:extLst>
                  <a:ext uri="{FF2B5EF4-FFF2-40B4-BE49-F238E27FC236}">
                    <a16:creationId xmlns:a16="http://schemas.microsoft.com/office/drawing/2014/main" id="{0465E06E-A8C3-45A2-A1D6-6C0A7EBA5414}"/>
                  </a:ext>
                </a:extLst>
              </p:cNvPr>
              <p:cNvSpPr>
                <a:spLocks/>
              </p:cNvSpPr>
              <p:nvPr/>
            </p:nvSpPr>
            <p:spPr bwMode="auto">
              <a:xfrm flipH="1">
                <a:off x="5268028" y="3583173"/>
                <a:ext cx="76209" cy="165950"/>
              </a:xfrm>
              <a:custGeom>
                <a:avLst/>
                <a:gdLst>
                  <a:gd name="T0" fmla="*/ 0 w 78"/>
                  <a:gd name="T1" fmla="*/ 172 h 172"/>
                  <a:gd name="T2" fmla="*/ 0 w 78"/>
                  <a:gd name="T3" fmla="*/ 172 h 172"/>
                  <a:gd name="T4" fmla="*/ 78 w 78"/>
                  <a:gd name="T5" fmla="*/ 0 h 172"/>
                </a:gdLst>
                <a:ahLst/>
                <a:cxnLst>
                  <a:cxn ang="0">
                    <a:pos x="T0" y="T1"/>
                  </a:cxn>
                  <a:cxn ang="0">
                    <a:pos x="T2" y="T3"/>
                  </a:cxn>
                  <a:cxn ang="0">
                    <a:pos x="T4" y="T5"/>
                  </a:cxn>
                </a:cxnLst>
                <a:rect l="0" t="0" r="r" b="b"/>
                <a:pathLst>
                  <a:path w="78" h="172">
                    <a:moveTo>
                      <a:pt x="0" y="172"/>
                    </a:moveTo>
                    <a:cubicBezTo>
                      <a:pt x="0" y="172"/>
                      <a:pt x="0" y="172"/>
                      <a:pt x="0" y="172"/>
                    </a:cubicBezTo>
                    <a:cubicBezTo>
                      <a:pt x="32" y="117"/>
                      <a:pt x="58" y="60"/>
                      <a:pt x="7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grpSp>
        <p:sp>
          <p:nvSpPr>
            <p:cNvPr id="78" name="Oval 77">
              <a:extLst>
                <a:ext uri="{FF2B5EF4-FFF2-40B4-BE49-F238E27FC236}">
                  <a16:creationId xmlns:a16="http://schemas.microsoft.com/office/drawing/2014/main" id="{93C7739D-8BC1-4056-B29E-95C7CA15BDCF}"/>
                </a:ext>
              </a:extLst>
            </p:cNvPr>
            <p:cNvSpPr/>
            <p:nvPr/>
          </p:nvSpPr>
          <p:spPr>
            <a:xfrm>
              <a:off x="3962400" y="1182148"/>
              <a:ext cx="4343400" cy="434339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90000"/>
                </a:lnSpc>
                <a:spcAft>
                  <a:spcPts val="600"/>
                </a:spcAft>
                <a:buFont typeface="Arial" panose="020B0604020202020204" pitchFamily="34" charset="0"/>
                <a:buNone/>
              </a:pPr>
              <a:endParaRPr lang="en-US" sz="3600" b="1">
                <a:latin typeface="+mj-lt"/>
              </a:endParaRPr>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26491"/>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22402"/>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4714516" y="4308980"/>
            <a:ext cx="1479600" cy="147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218562" y="3358161"/>
            <a:ext cx="939600" cy="939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609600" y="3732450"/>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609600" y="3328361"/>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609600" y="5142435"/>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609600" y="4738346"/>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399" y="5142435"/>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399" y="4738346"/>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24558" y="4673294"/>
            <a:ext cx="939600" cy="939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714516" y="1909879"/>
            <a:ext cx="1479600" cy="14796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p:ph type="body" sz="quarter" idx="40" hasCustomPrompt="1"/>
          </p:nvPr>
        </p:nvSpPr>
        <p:spPr>
          <a:xfrm>
            <a:off x="8534399" y="3732450"/>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p:ph type="body" sz="quarter" idx="41" hasCustomPrompt="1"/>
          </p:nvPr>
        </p:nvSpPr>
        <p:spPr>
          <a:xfrm>
            <a:off x="8534399" y="3328361"/>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p:ph type="body" sz="quarter" idx="42" hasCustomPrompt="1"/>
          </p:nvPr>
        </p:nvSpPr>
        <p:spPr>
          <a:xfrm>
            <a:off x="8534399" y="2326491"/>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p:ph type="body" sz="quarter" idx="43" hasCustomPrompt="1"/>
          </p:nvPr>
        </p:nvSpPr>
        <p:spPr>
          <a:xfrm>
            <a:off x="8534399" y="1922402"/>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4" name="Picture Placeholder 18">
            <a:extLst>
              <a:ext uri="{FF2B5EF4-FFF2-40B4-BE49-F238E27FC236}">
                <a16:creationId xmlns:a16="http://schemas.microsoft.com/office/drawing/2014/main" id="{EE46A045-14C2-4E61-8827-7C151F1AAFDC}"/>
              </a:ext>
            </a:extLst>
          </p:cNvPr>
          <p:cNvSpPr>
            <a:spLocks noGrp="1"/>
          </p:cNvSpPr>
          <p:nvPr>
            <p:ph type="pic" sz="quarter" idx="44" hasCustomPrompt="1"/>
          </p:nvPr>
        </p:nvSpPr>
        <p:spPr>
          <a:xfrm>
            <a:off x="6755362" y="3088161"/>
            <a:ext cx="1479600" cy="1479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p:ph type="pic" sz="quarter" idx="45" hasCustomPrompt="1"/>
          </p:nvPr>
        </p:nvSpPr>
        <p:spPr>
          <a:xfrm>
            <a:off x="6426189" y="2043918"/>
            <a:ext cx="939600" cy="93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6" name="Title 5">
            <a:extLst>
              <a:ext uri="{FF2B5EF4-FFF2-40B4-BE49-F238E27FC236}">
                <a16:creationId xmlns:a16="http://schemas.microsoft.com/office/drawing/2014/main" id="{9016B8BE-255A-3EBA-708C-FD156B6834D7}"/>
              </a:ext>
            </a:extLst>
          </p:cNvPr>
          <p:cNvSpPr>
            <a:spLocks noGrp="1"/>
          </p:cNvSpPr>
          <p:nvPr>
            <p:ph type="title" hasCustomPrompt="1"/>
          </p:nvPr>
        </p:nvSpPr>
        <p:spPr>
          <a:xfrm>
            <a:off x="609600" y="401638"/>
            <a:ext cx="10972800" cy="914400"/>
          </a:xfrm>
        </p:spPr>
        <p:txBody>
          <a:bodyPr/>
          <a:lstStyle/>
          <a:p>
            <a:r>
              <a:rPr lang="en-US"/>
              <a:t>Click to enter title here</a:t>
            </a:r>
          </a:p>
        </p:txBody>
      </p:sp>
    </p:spTree>
    <p:custDataLst>
      <p:tags r:id="rId1"/>
    </p:custDataLst>
    <p:extLst>
      <p:ext uri="{BB962C8B-B14F-4D97-AF65-F5344CB8AC3E}">
        <p14:creationId xmlns:p14="http://schemas.microsoft.com/office/powerpoint/2010/main" val="210962522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96">
            <a:extLst>
              <a:ext uri="{FF2B5EF4-FFF2-40B4-BE49-F238E27FC236}">
                <a16:creationId xmlns:a16="http://schemas.microsoft.com/office/drawing/2014/main" id="{2128A043-8396-4954-A094-3A77D92F8D4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3586142" cy="2876550"/>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1" name="Text Placeholder 30">
            <a:extLst>
              <a:ext uri="{FF2B5EF4-FFF2-40B4-BE49-F238E27FC236}">
                <a16:creationId xmlns:a16="http://schemas.microsoft.com/office/drawing/2014/main" id="{34CD8BC7-181D-40C3-B655-0B1389F83D1B}"/>
              </a:ext>
            </a:extLst>
          </p:cNvPr>
          <p:cNvSpPr>
            <a:spLocks noGrp="1"/>
          </p:cNvSpPr>
          <p:nvPr>
            <p:ph type="body" sz="quarter" idx="13" hasCustomPrompt="1"/>
          </p:nvPr>
        </p:nvSpPr>
        <p:spPr>
          <a:xfrm>
            <a:off x="609600" y="2032113"/>
            <a:ext cx="3710172" cy="817200"/>
          </a:xfrm>
          <a:custGeom>
            <a:avLst/>
            <a:gdLst>
              <a:gd name="connsiteX0" fmla="*/ 0 w 3846513"/>
              <a:gd name="connsiteY0" fmla="*/ 0 h 817200"/>
              <a:gd name="connsiteX1" fmla="*/ 752 w 3846513"/>
              <a:gd name="connsiteY1" fmla="*/ 0 h 817200"/>
              <a:gd name="connsiteX2" fmla="*/ 2175412 w 3846513"/>
              <a:gd name="connsiteY2" fmla="*/ 0 h 817200"/>
              <a:gd name="connsiteX3" fmla="*/ 2785012 w 3846513"/>
              <a:gd name="connsiteY3" fmla="*/ 0 h 817200"/>
              <a:gd name="connsiteX4" fmla="*/ 3715287 w 3846513"/>
              <a:gd name="connsiteY4" fmla="*/ 0 h 817200"/>
              <a:gd name="connsiteX5" fmla="*/ 3846513 w 3846513"/>
              <a:gd name="connsiteY5" fmla="*/ 408600 h 817200"/>
              <a:gd name="connsiteX6" fmla="*/ 3715287 w 3846513"/>
              <a:gd name="connsiteY6" fmla="*/ 817200 h 817200"/>
              <a:gd name="connsiteX7" fmla="*/ 2785012 w 3846513"/>
              <a:gd name="connsiteY7" fmla="*/ 817200 h 817200"/>
              <a:gd name="connsiteX8" fmla="*/ 2175412 w 3846513"/>
              <a:gd name="connsiteY8" fmla="*/ 817200 h 817200"/>
              <a:gd name="connsiteX9" fmla="*/ 752 w 3846513"/>
              <a:gd name="connsiteY9" fmla="*/ 817200 h 817200"/>
              <a:gd name="connsiteX10" fmla="*/ 0 w 3846513"/>
              <a:gd name="connsiteY10"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6513" h="817200">
                <a:moveTo>
                  <a:pt x="0" y="0"/>
                </a:moveTo>
                <a:lnTo>
                  <a:pt x="752" y="0"/>
                </a:lnTo>
                <a:lnTo>
                  <a:pt x="2175412" y="0"/>
                </a:lnTo>
                <a:lnTo>
                  <a:pt x="2785012" y="0"/>
                </a:lnTo>
                <a:lnTo>
                  <a:pt x="3715287" y="0"/>
                </a:lnTo>
                <a:lnTo>
                  <a:pt x="3846513" y="408600"/>
                </a:lnTo>
                <a:lnTo>
                  <a:pt x="3715287" y="8172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4309053" y="2849450"/>
            <a:ext cx="3586142" cy="2876550"/>
          </a:xfrm>
          <a:noFill/>
          <a:ln>
            <a:solidFill>
              <a:schemeClr val="accent3"/>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30" name="Text Placeholder 29">
            <a:extLst>
              <a:ext uri="{FF2B5EF4-FFF2-40B4-BE49-F238E27FC236}">
                <a16:creationId xmlns:a16="http://schemas.microsoft.com/office/drawing/2014/main" id="{AD429AD1-93FE-42C9-ACB6-DC8300212E78}"/>
              </a:ext>
            </a:extLst>
          </p:cNvPr>
          <p:cNvSpPr>
            <a:spLocks noGrp="1"/>
          </p:cNvSpPr>
          <p:nvPr>
            <p:ph type="body" sz="quarter" idx="17" hasCustomPrompt="1"/>
          </p:nvPr>
        </p:nvSpPr>
        <p:spPr>
          <a:xfrm>
            <a:off x="4309054" y="2032113"/>
            <a:ext cx="3697922" cy="817200"/>
          </a:xfrm>
          <a:custGeom>
            <a:avLst/>
            <a:gdLst>
              <a:gd name="connsiteX0" fmla="*/ 0 w 3833812"/>
              <a:gd name="connsiteY0" fmla="*/ 0 h 817200"/>
              <a:gd name="connsiteX1" fmla="*/ 932575 w 3833812"/>
              <a:gd name="connsiteY1" fmla="*/ 0 h 817200"/>
              <a:gd name="connsiteX2" fmla="*/ 1533695 w 3833812"/>
              <a:gd name="connsiteY2" fmla="*/ 0 h 817200"/>
              <a:gd name="connsiteX3" fmla="*/ 3713545 w 3833812"/>
              <a:gd name="connsiteY3" fmla="*/ 0 h 817200"/>
              <a:gd name="connsiteX4" fmla="*/ 3713546 w 3833812"/>
              <a:gd name="connsiteY4" fmla="*/ 0 h 817200"/>
              <a:gd name="connsiteX5" fmla="*/ 3833812 w 3833812"/>
              <a:gd name="connsiteY5" fmla="*/ 408600 h 817200"/>
              <a:gd name="connsiteX6" fmla="*/ 3713545 w 3833812"/>
              <a:gd name="connsiteY6" fmla="*/ 817200 h 817200"/>
              <a:gd name="connsiteX7" fmla="*/ 1533695 w 3833812"/>
              <a:gd name="connsiteY7" fmla="*/ 817200 h 817200"/>
              <a:gd name="connsiteX8" fmla="*/ 932575 w 3833812"/>
              <a:gd name="connsiteY8" fmla="*/ 817200 h 817200"/>
              <a:gd name="connsiteX9" fmla="*/ 0 w 3833812"/>
              <a:gd name="connsiteY9" fmla="*/ 817200 h 817200"/>
              <a:gd name="connsiteX10" fmla="*/ 120267 w 3833812"/>
              <a:gd name="connsiteY10"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3812" h="817200">
                <a:moveTo>
                  <a:pt x="0" y="0"/>
                </a:moveTo>
                <a:lnTo>
                  <a:pt x="932575" y="0"/>
                </a:lnTo>
                <a:lnTo>
                  <a:pt x="1533695" y="0"/>
                </a:lnTo>
                <a:lnTo>
                  <a:pt x="3713545" y="0"/>
                </a:lnTo>
                <a:lnTo>
                  <a:pt x="3713546" y="0"/>
                </a:lnTo>
                <a:lnTo>
                  <a:pt x="3833812" y="408600"/>
                </a:lnTo>
                <a:lnTo>
                  <a:pt x="3713545" y="817200"/>
                </a:lnTo>
                <a:lnTo>
                  <a:pt x="1533695" y="817200"/>
                </a:lnTo>
                <a:lnTo>
                  <a:pt x="932575" y="817200"/>
                </a:lnTo>
                <a:lnTo>
                  <a:pt x="0" y="817200"/>
                </a:lnTo>
                <a:lnTo>
                  <a:pt x="120267" y="408600"/>
                </a:lnTo>
                <a:close/>
              </a:path>
            </a:pathLst>
          </a:custGeom>
          <a:solidFill>
            <a:schemeClr val="accent3"/>
          </a:solidFill>
          <a:ln>
            <a:solidFill>
              <a:schemeClr val="accent3"/>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7996257" y="2849450"/>
            <a:ext cx="3586142" cy="2876550"/>
          </a:xfrm>
          <a:noFill/>
          <a:ln>
            <a:solidFill>
              <a:schemeClr val="tx1"/>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9" name="Text Placeholder 28">
            <a:extLst>
              <a:ext uri="{FF2B5EF4-FFF2-40B4-BE49-F238E27FC236}">
                <a16:creationId xmlns:a16="http://schemas.microsoft.com/office/drawing/2014/main" id="{FA12C4F6-CA5C-4C9A-BF79-F0FD42EF0468}"/>
              </a:ext>
            </a:extLst>
          </p:cNvPr>
          <p:cNvSpPr>
            <a:spLocks noGrp="1"/>
          </p:cNvSpPr>
          <p:nvPr>
            <p:ph type="body" sz="quarter" idx="21" hasCustomPrompt="1"/>
          </p:nvPr>
        </p:nvSpPr>
        <p:spPr>
          <a:xfrm>
            <a:off x="7996258" y="2032113"/>
            <a:ext cx="3586142" cy="817200"/>
          </a:xfrm>
          <a:custGeom>
            <a:avLst/>
            <a:gdLst>
              <a:gd name="connsiteX0" fmla="*/ 0 w 3717925"/>
              <a:gd name="connsiteY0" fmla="*/ 0 h 817200"/>
              <a:gd name="connsiteX1" fmla="*/ 104986 w 3717925"/>
              <a:gd name="connsiteY1" fmla="*/ 0 h 817200"/>
              <a:gd name="connsiteX2" fmla="*/ 604460 w 3717925"/>
              <a:gd name="connsiteY2" fmla="*/ 0 h 817200"/>
              <a:gd name="connsiteX3" fmla="*/ 818271 w 3717925"/>
              <a:gd name="connsiteY3" fmla="*/ 0 h 817200"/>
              <a:gd name="connsiteX4" fmla="*/ 1417808 w 3717925"/>
              <a:gd name="connsiteY4" fmla="*/ 0 h 817200"/>
              <a:gd name="connsiteX5" fmla="*/ 3597658 w 3717925"/>
              <a:gd name="connsiteY5" fmla="*/ 0 h 817200"/>
              <a:gd name="connsiteX6" fmla="*/ 3597659 w 3717925"/>
              <a:gd name="connsiteY6" fmla="*/ 0 h 817200"/>
              <a:gd name="connsiteX7" fmla="*/ 3717925 w 3717925"/>
              <a:gd name="connsiteY7" fmla="*/ 0 h 817200"/>
              <a:gd name="connsiteX8" fmla="*/ 3717925 w 3717925"/>
              <a:gd name="connsiteY8" fmla="*/ 408600 h 817200"/>
              <a:gd name="connsiteX9" fmla="*/ 3717925 w 3717925"/>
              <a:gd name="connsiteY9" fmla="*/ 817200 h 817200"/>
              <a:gd name="connsiteX10" fmla="*/ 3597658 w 3717925"/>
              <a:gd name="connsiteY10" fmla="*/ 817200 h 817200"/>
              <a:gd name="connsiteX11" fmla="*/ 1417808 w 3717925"/>
              <a:gd name="connsiteY11" fmla="*/ 817200 h 817200"/>
              <a:gd name="connsiteX12" fmla="*/ 818271 w 3717925"/>
              <a:gd name="connsiteY12" fmla="*/ 817200 h 817200"/>
              <a:gd name="connsiteX13" fmla="*/ 61231 w 3717925"/>
              <a:gd name="connsiteY13" fmla="*/ 817200 h 817200"/>
              <a:gd name="connsiteX14" fmla="*/ 61231 w 3717925"/>
              <a:gd name="connsiteY14" fmla="*/ 817199 h 817200"/>
              <a:gd name="connsiteX15" fmla="*/ 104985 w 3717925"/>
              <a:gd name="connsiteY15" fmla="*/ 817199 h 817200"/>
              <a:gd name="connsiteX16" fmla="*/ 104985 w 3717925"/>
              <a:gd name="connsiteY16" fmla="*/ 817198 h 817200"/>
              <a:gd name="connsiteX17" fmla="*/ 0 w 3717925"/>
              <a:gd name="connsiteY17" fmla="*/ 817198 h 817200"/>
              <a:gd name="connsiteX18" fmla="*/ 134895 w 3717925"/>
              <a:gd name="connsiteY18"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17925" h="817200">
                <a:moveTo>
                  <a:pt x="0" y="0"/>
                </a:moveTo>
                <a:lnTo>
                  <a:pt x="104986" y="0"/>
                </a:lnTo>
                <a:lnTo>
                  <a:pt x="604460" y="0"/>
                </a:lnTo>
                <a:lnTo>
                  <a:pt x="818271" y="0"/>
                </a:lnTo>
                <a:lnTo>
                  <a:pt x="1417808" y="0"/>
                </a:lnTo>
                <a:lnTo>
                  <a:pt x="3597658" y="0"/>
                </a:lnTo>
                <a:lnTo>
                  <a:pt x="3597659" y="0"/>
                </a:lnTo>
                <a:lnTo>
                  <a:pt x="3717925" y="0"/>
                </a:lnTo>
                <a:lnTo>
                  <a:pt x="3717925" y="408600"/>
                </a:lnTo>
                <a:lnTo>
                  <a:pt x="3717925" y="817200"/>
                </a:lnTo>
                <a:lnTo>
                  <a:pt x="3597658" y="817200"/>
                </a:lnTo>
                <a:lnTo>
                  <a:pt x="1417808" y="817200"/>
                </a:lnTo>
                <a:lnTo>
                  <a:pt x="818271" y="817200"/>
                </a:lnTo>
                <a:lnTo>
                  <a:pt x="61231" y="817200"/>
                </a:lnTo>
                <a:lnTo>
                  <a:pt x="61231" y="817199"/>
                </a:lnTo>
                <a:lnTo>
                  <a:pt x="104985" y="817199"/>
                </a:lnTo>
                <a:lnTo>
                  <a:pt x="104985" y="817198"/>
                </a:lnTo>
                <a:lnTo>
                  <a:pt x="0" y="817198"/>
                </a:lnTo>
                <a:lnTo>
                  <a:pt x="134895" y="408599"/>
                </a:lnTo>
                <a:close/>
              </a:path>
            </a:pathLst>
          </a:custGeom>
          <a:solidFill>
            <a:schemeClr val="tx1"/>
          </a:solidFill>
          <a:ln>
            <a:solidFill>
              <a:schemeClr val="tx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4" name="Title 3">
            <a:extLst>
              <a:ext uri="{FF2B5EF4-FFF2-40B4-BE49-F238E27FC236}">
                <a16:creationId xmlns:a16="http://schemas.microsoft.com/office/drawing/2014/main" id="{AE42FEAC-F445-5176-FA40-B34E9F0EDB4A}"/>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200228410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6" name="Text Placeholder 96">
            <a:extLst>
              <a:ext uri="{FF2B5EF4-FFF2-40B4-BE49-F238E27FC236}">
                <a16:creationId xmlns:a16="http://schemas.microsoft.com/office/drawing/2014/main" id="{79BF63BD-24FC-4FB2-B627-3C8094934CB3}"/>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15" name="Text Placeholder 14">
            <a:extLst>
              <a:ext uri="{FF2B5EF4-FFF2-40B4-BE49-F238E27FC236}">
                <a16:creationId xmlns:a16="http://schemas.microsoft.com/office/drawing/2014/main" id="{AC83CC72-343E-4818-B724-8F9FEE0BFD09}"/>
              </a:ext>
            </a:extLst>
          </p:cNvPr>
          <p:cNvSpPr>
            <a:spLocks noGrp="1"/>
          </p:cNvSpPr>
          <p:nvPr>
            <p:ph type="body" sz="quarter" idx="20" hasCustomPrompt="1"/>
          </p:nvPr>
        </p:nvSpPr>
        <p:spPr>
          <a:xfrm>
            <a:off x="6138536" y="2032113"/>
            <a:ext cx="2798402" cy="817198"/>
          </a:xfrm>
          <a:custGeom>
            <a:avLst/>
            <a:gdLst>
              <a:gd name="connsiteX0" fmla="*/ 0 w 2901237"/>
              <a:gd name="connsiteY0" fmla="*/ 0 h 817198"/>
              <a:gd name="connsiteX1" fmla="*/ 601120 w 2901237"/>
              <a:gd name="connsiteY1" fmla="*/ 0 h 817198"/>
              <a:gd name="connsiteX2" fmla="*/ 2772401 w 2901237"/>
              <a:gd name="connsiteY2" fmla="*/ 0 h 817198"/>
              <a:gd name="connsiteX3" fmla="*/ 2896346 w 2901237"/>
              <a:gd name="connsiteY3" fmla="*/ 391982 h 817198"/>
              <a:gd name="connsiteX4" fmla="*/ 2901237 w 2901237"/>
              <a:gd name="connsiteY4" fmla="*/ 408600 h 817198"/>
              <a:gd name="connsiteX5" fmla="*/ 2896353 w 2901237"/>
              <a:gd name="connsiteY5" fmla="*/ 425192 h 817198"/>
              <a:gd name="connsiteX6" fmla="*/ 2772401 w 2901237"/>
              <a:gd name="connsiteY6" fmla="*/ 817198 h 817198"/>
              <a:gd name="connsiteX7" fmla="*/ 1 w 2901237"/>
              <a:gd name="connsiteY7" fmla="*/ 817198 h 817198"/>
              <a:gd name="connsiteX8" fmla="*/ 9 w 2901237"/>
              <a:gd name="connsiteY8" fmla="*/ 817171 h 817198"/>
              <a:gd name="connsiteX9" fmla="*/ 129199 w 2901237"/>
              <a:gd name="connsiteY9" fmla="*/ 408599 h 8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01237" h="817198">
                <a:moveTo>
                  <a:pt x="0" y="0"/>
                </a:moveTo>
                <a:lnTo>
                  <a:pt x="601120" y="0"/>
                </a:lnTo>
                <a:lnTo>
                  <a:pt x="2772401" y="0"/>
                </a:lnTo>
                <a:lnTo>
                  <a:pt x="2896346" y="391982"/>
                </a:lnTo>
                <a:lnTo>
                  <a:pt x="2901237" y="408600"/>
                </a:lnTo>
                <a:lnTo>
                  <a:pt x="2896353" y="425192"/>
                </a:lnTo>
                <a:lnTo>
                  <a:pt x="2772401" y="817198"/>
                </a:lnTo>
                <a:lnTo>
                  <a:pt x="1" y="817198"/>
                </a:lnTo>
                <a:lnTo>
                  <a:pt x="9" y="817171"/>
                </a:lnTo>
                <a:lnTo>
                  <a:pt x="129199" y="408599"/>
                </a:lnTo>
                <a:close/>
              </a:path>
            </a:pathLst>
          </a:custGeom>
          <a:solidFill>
            <a:schemeClr val="tx1"/>
          </a:solidFill>
          <a:ln>
            <a:solidFill>
              <a:schemeClr val="tx1"/>
            </a:solidFill>
          </a:ln>
        </p:spPr>
        <p:txBody>
          <a:bodyPr wrap="square" lIns="180000" tIns="0" rIns="180000" bIns="0" anchor="ctr" anchorCtr="0">
            <a:normAutofit/>
          </a:bodyPr>
          <a:lstStyle>
            <a:lvl1pPr marL="0" indent="0">
              <a:lnSpc>
                <a:spcPct val="100000"/>
              </a:lnSpc>
              <a:buNone/>
              <a:defRPr sz="2000" b="1">
                <a:solidFill>
                  <a:schemeClr val="bg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2686630" cy="2876550"/>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8" name="Text Placeholder 27">
            <a:extLst>
              <a:ext uri="{FF2B5EF4-FFF2-40B4-BE49-F238E27FC236}">
                <a16:creationId xmlns:a16="http://schemas.microsoft.com/office/drawing/2014/main" id="{4A375546-B5E2-4A34-9E57-6FD13BAC4AC9}"/>
              </a:ext>
            </a:extLst>
          </p:cNvPr>
          <p:cNvSpPr>
            <a:spLocks noGrp="1"/>
          </p:cNvSpPr>
          <p:nvPr>
            <p:ph type="body" sz="quarter" idx="13" hasCustomPrompt="1"/>
          </p:nvPr>
        </p:nvSpPr>
        <p:spPr>
          <a:xfrm>
            <a:off x="609600" y="2032113"/>
            <a:ext cx="2812872" cy="817200"/>
          </a:xfrm>
          <a:custGeom>
            <a:avLst/>
            <a:gdLst>
              <a:gd name="connsiteX0" fmla="*/ 0 w 2916238"/>
              <a:gd name="connsiteY0" fmla="*/ 0 h 817200"/>
              <a:gd name="connsiteX1" fmla="*/ 752 w 2916238"/>
              <a:gd name="connsiteY1" fmla="*/ 0 h 817200"/>
              <a:gd name="connsiteX2" fmla="*/ 2175412 w 2916238"/>
              <a:gd name="connsiteY2" fmla="*/ 0 h 817200"/>
              <a:gd name="connsiteX3" fmla="*/ 2785012 w 2916238"/>
              <a:gd name="connsiteY3" fmla="*/ 0 h 817200"/>
              <a:gd name="connsiteX4" fmla="*/ 2916238 w 2916238"/>
              <a:gd name="connsiteY4" fmla="*/ 408600 h 817200"/>
              <a:gd name="connsiteX5" fmla="*/ 2785012 w 2916238"/>
              <a:gd name="connsiteY5" fmla="*/ 817200 h 817200"/>
              <a:gd name="connsiteX6" fmla="*/ 2175412 w 2916238"/>
              <a:gd name="connsiteY6" fmla="*/ 817200 h 817200"/>
              <a:gd name="connsiteX7" fmla="*/ 752 w 2916238"/>
              <a:gd name="connsiteY7" fmla="*/ 817200 h 817200"/>
              <a:gd name="connsiteX8" fmla="*/ 0 w 2916238"/>
              <a:gd name="connsiteY8"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6238" h="817200">
                <a:moveTo>
                  <a:pt x="0" y="0"/>
                </a:moveTo>
                <a:lnTo>
                  <a:pt x="752" y="0"/>
                </a:lnTo>
                <a:lnTo>
                  <a:pt x="2175412" y="0"/>
                </a:lnTo>
                <a:lnTo>
                  <a:pt x="2785012" y="0"/>
                </a:lnTo>
                <a:lnTo>
                  <a:pt x="2916238" y="4086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3381303" y="2849450"/>
            <a:ext cx="2686630" cy="2876550"/>
          </a:xfrm>
          <a:noFill/>
          <a:ln>
            <a:solidFill>
              <a:schemeClr val="accent3"/>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27" name="Text Placeholder 26">
            <a:extLst>
              <a:ext uri="{FF2B5EF4-FFF2-40B4-BE49-F238E27FC236}">
                <a16:creationId xmlns:a16="http://schemas.microsoft.com/office/drawing/2014/main" id="{B7D4CF97-9894-4D12-B5CD-6E7A0BEFEBCE}"/>
              </a:ext>
            </a:extLst>
          </p:cNvPr>
          <p:cNvSpPr>
            <a:spLocks noGrp="1"/>
          </p:cNvSpPr>
          <p:nvPr>
            <p:ph type="body" sz="quarter" idx="17" hasCustomPrompt="1"/>
          </p:nvPr>
        </p:nvSpPr>
        <p:spPr>
          <a:xfrm>
            <a:off x="3381303" y="2032113"/>
            <a:ext cx="2798402" cy="817200"/>
          </a:xfrm>
          <a:custGeom>
            <a:avLst/>
            <a:gdLst>
              <a:gd name="connsiteX0" fmla="*/ 0 w 2901237"/>
              <a:gd name="connsiteY0" fmla="*/ 0 h 817200"/>
              <a:gd name="connsiteX1" fmla="*/ 601120 w 2901237"/>
              <a:gd name="connsiteY1" fmla="*/ 0 h 817200"/>
              <a:gd name="connsiteX2" fmla="*/ 2780970 w 2901237"/>
              <a:gd name="connsiteY2" fmla="*/ 0 h 817200"/>
              <a:gd name="connsiteX3" fmla="*/ 2780971 w 2901237"/>
              <a:gd name="connsiteY3" fmla="*/ 0 h 817200"/>
              <a:gd name="connsiteX4" fmla="*/ 2901237 w 2901237"/>
              <a:gd name="connsiteY4" fmla="*/ 408600 h 817200"/>
              <a:gd name="connsiteX5" fmla="*/ 2780970 w 2901237"/>
              <a:gd name="connsiteY5" fmla="*/ 817200 h 817200"/>
              <a:gd name="connsiteX6" fmla="*/ 601120 w 2901237"/>
              <a:gd name="connsiteY6" fmla="*/ 817200 h 817200"/>
              <a:gd name="connsiteX7" fmla="*/ 0 w 2901237"/>
              <a:gd name="connsiteY7" fmla="*/ 817200 h 817200"/>
              <a:gd name="connsiteX8" fmla="*/ 120267 w 2901237"/>
              <a:gd name="connsiteY8"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1237" h="817200">
                <a:moveTo>
                  <a:pt x="0" y="0"/>
                </a:moveTo>
                <a:lnTo>
                  <a:pt x="601120" y="0"/>
                </a:lnTo>
                <a:lnTo>
                  <a:pt x="2780970" y="0"/>
                </a:lnTo>
                <a:lnTo>
                  <a:pt x="2780971" y="0"/>
                </a:lnTo>
                <a:lnTo>
                  <a:pt x="2901237" y="408600"/>
                </a:lnTo>
                <a:lnTo>
                  <a:pt x="2780970" y="817200"/>
                </a:lnTo>
                <a:lnTo>
                  <a:pt x="601120" y="817200"/>
                </a:lnTo>
                <a:lnTo>
                  <a:pt x="0" y="817200"/>
                </a:lnTo>
                <a:lnTo>
                  <a:pt x="120267" y="408600"/>
                </a:lnTo>
                <a:close/>
              </a:path>
            </a:pathLst>
          </a:custGeom>
          <a:solidFill>
            <a:schemeClr val="accent3"/>
          </a:solidFill>
          <a:ln>
            <a:solidFill>
              <a:schemeClr val="accent3"/>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6138536" y="2849450"/>
            <a:ext cx="2686630" cy="2876550"/>
          </a:xfrm>
          <a:noFill/>
          <a:ln>
            <a:solidFill>
              <a:schemeClr val="tx1"/>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6" name="Text Placeholder 25">
            <a:extLst>
              <a:ext uri="{FF2B5EF4-FFF2-40B4-BE49-F238E27FC236}">
                <a16:creationId xmlns:a16="http://schemas.microsoft.com/office/drawing/2014/main" id="{1693F23D-9700-4C2B-8C74-EC7DABC03DE5}"/>
              </a:ext>
            </a:extLst>
          </p:cNvPr>
          <p:cNvSpPr>
            <a:spLocks noGrp="1"/>
          </p:cNvSpPr>
          <p:nvPr>
            <p:ph type="body" sz="quarter" idx="21" hasCustomPrompt="1"/>
          </p:nvPr>
        </p:nvSpPr>
        <p:spPr>
          <a:xfrm>
            <a:off x="8895770" y="2849312"/>
            <a:ext cx="2686630" cy="2876549"/>
          </a:xfrm>
          <a:prstGeom prst="rect">
            <a:avLst/>
          </a:prstGeom>
          <a:noFill/>
          <a:ln>
            <a:solidFill>
              <a:srgbClr val="D8DFDE"/>
            </a:solidFill>
          </a:ln>
        </p:spPr>
        <p:txBody>
          <a:bodyPr wrap="square" lIns="180000" tIns="180000" rIns="180000" bIns="180000" anchor="t" anchorCtr="0">
            <a:noAutofit/>
          </a:bodyPr>
          <a:lstStyle>
            <a:lvl1pPr marL="0" indent="0">
              <a:lnSpc>
                <a:spcPct val="100000"/>
              </a:lnSpc>
              <a:buNone/>
              <a:defRPr sz="2000" b="0">
                <a:solidFill>
                  <a:schemeClr val="tx1"/>
                </a:solidFill>
              </a:defRPr>
            </a:lvl1pPr>
            <a:lvl2pPr marL="0" indent="0">
              <a:buNone/>
              <a:defRPr/>
            </a:lvl2pPr>
          </a:lstStyle>
          <a:p>
            <a:pPr lvl="0"/>
            <a:r>
              <a:rPr lang="en-US"/>
              <a:t>Click to add heading</a:t>
            </a:r>
          </a:p>
        </p:txBody>
      </p:sp>
      <p:sp>
        <p:nvSpPr>
          <p:cNvPr id="25" name="Text Placeholder 24">
            <a:extLst>
              <a:ext uri="{FF2B5EF4-FFF2-40B4-BE49-F238E27FC236}">
                <a16:creationId xmlns:a16="http://schemas.microsoft.com/office/drawing/2014/main" id="{2FA2D96A-3279-4543-B199-078C69DB5ECC}"/>
              </a:ext>
            </a:extLst>
          </p:cNvPr>
          <p:cNvSpPr>
            <a:spLocks noGrp="1"/>
          </p:cNvSpPr>
          <p:nvPr>
            <p:ph type="body" sz="quarter" idx="22" hasCustomPrompt="1"/>
          </p:nvPr>
        </p:nvSpPr>
        <p:spPr>
          <a:xfrm>
            <a:off x="8895769" y="2032113"/>
            <a:ext cx="2686631" cy="817200"/>
          </a:xfrm>
          <a:custGeom>
            <a:avLst/>
            <a:gdLst>
              <a:gd name="connsiteX0" fmla="*/ 0 w 2785358"/>
              <a:gd name="connsiteY0" fmla="*/ 0 h 817200"/>
              <a:gd name="connsiteX1" fmla="*/ 75364 w 2785358"/>
              <a:gd name="connsiteY1" fmla="*/ 0 h 817200"/>
              <a:gd name="connsiteX2" fmla="*/ 450010 w 2785358"/>
              <a:gd name="connsiteY2" fmla="*/ 0 h 817200"/>
              <a:gd name="connsiteX3" fmla="*/ 485241 w 2785358"/>
              <a:gd name="connsiteY3" fmla="*/ 0 h 817200"/>
              <a:gd name="connsiteX4" fmla="*/ 2665092 w 2785358"/>
              <a:gd name="connsiteY4" fmla="*/ 0 h 817200"/>
              <a:gd name="connsiteX5" fmla="*/ 2785358 w 2785358"/>
              <a:gd name="connsiteY5" fmla="*/ 0 h 817200"/>
              <a:gd name="connsiteX6" fmla="*/ 2785358 w 2785358"/>
              <a:gd name="connsiteY6" fmla="*/ 408600 h 817200"/>
              <a:gd name="connsiteX7" fmla="*/ 2785358 w 2785358"/>
              <a:gd name="connsiteY7" fmla="*/ 817200 h 817200"/>
              <a:gd name="connsiteX8" fmla="*/ 2665091 w 2785358"/>
              <a:gd name="connsiteY8" fmla="*/ 817200 h 817200"/>
              <a:gd name="connsiteX9" fmla="*/ 485241 w 2785358"/>
              <a:gd name="connsiteY9" fmla="*/ 817200 h 817200"/>
              <a:gd name="connsiteX10" fmla="*/ 42544 w 2785358"/>
              <a:gd name="connsiteY10" fmla="*/ 817200 h 817200"/>
              <a:gd name="connsiteX11" fmla="*/ 42544 w 2785358"/>
              <a:gd name="connsiteY11" fmla="*/ 817199 h 817200"/>
              <a:gd name="connsiteX12" fmla="*/ 75363 w 2785358"/>
              <a:gd name="connsiteY12" fmla="*/ 817199 h 817200"/>
              <a:gd name="connsiteX13" fmla="*/ 75363 w 2785358"/>
              <a:gd name="connsiteY13" fmla="*/ 817198 h 817200"/>
              <a:gd name="connsiteX14" fmla="*/ 0 w 2785358"/>
              <a:gd name="connsiteY14" fmla="*/ 817198 h 817200"/>
              <a:gd name="connsiteX15" fmla="*/ 135060 w 2785358"/>
              <a:gd name="connsiteY15"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5358" h="817200">
                <a:moveTo>
                  <a:pt x="0" y="0"/>
                </a:moveTo>
                <a:lnTo>
                  <a:pt x="75364" y="0"/>
                </a:lnTo>
                <a:lnTo>
                  <a:pt x="450010" y="0"/>
                </a:lnTo>
                <a:lnTo>
                  <a:pt x="485241" y="0"/>
                </a:lnTo>
                <a:lnTo>
                  <a:pt x="2665092" y="0"/>
                </a:lnTo>
                <a:lnTo>
                  <a:pt x="2785358" y="0"/>
                </a:lnTo>
                <a:lnTo>
                  <a:pt x="2785358" y="408600"/>
                </a:lnTo>
                <a:lnTo>
                  <a:pt x="2785358" y="817200"/>
                </a:lnTo>
                <a:lnTo>
                  <a:pt x="2665091" y="817200"/>
                </a:lnTo>
                <a:lnTo>
                  <a:pt x="485241" y="817200"/>
                </a:lnTo>
                <a:lnTo>
                  <a:pt x="42544" y="817200"/>
                </a:lnTo>
                <a:lnTo>
                  <a:pt x="42544" y="817199"/>
                </a:lnTo>
                <a:lnTo>
                  <a:pt x="75363" y="817199"/>
                </a:lnTo>
                <a:lnTo>
                  <a:pt x="75363" y="817198"/>
                </a:lnTo>
                <a:lnTo>
                  <a:pt x="0" y="817198"/>
                </a:lnTo>
                <a:lnTo>
                  <a:pt x="135060" y="408599"/>
                </a:lnTo>
                <a:close/>
              </a:path>
            </a:pathLst>
          </a:custGeom>
          <a:solidFill>
            <a:srgbClr val="D8DFDE"/>
          </a:solidFill>
          <a:ln>
            <a:solidFill>
              <a:srgbClr val="D8DFDE"/>
            </a:solidFill>
          </a:ln>
        </p:spPr>
        <p:txBody>
          <a:bodyPr wrap="square" lIns="180000" rIns="180000" anchor="ctr" anchorCtr="0">
            <a:normAutofit/>
          </a:bodyPr>
          <a:lstStyle>
            <a:lvl1pPr marL="0" indent="0">
              <a:lnSpc>
                <a:spcPct val="100000"/>
              </a:lnSpc>
              <a:buNone/>
              <a:defRPr sz="2000" b="1">
                <a:solidFill>
                  <a:schemeClr val="tx1"/>
                </a:solidFill>
              </a:defRPr>
            </a:lvl1pPr>
            <a:lvl2pPr marL="0" indent="0">
              <a:buNone/>
              <a:defRPr/>
            </a:lvl2pPr>
          </a:lstStyle>
          <a:p>
            <a:pPr lvl="0"/>
            <a:r>
              <a:rPr lang="en-US"/>
              <a:t>Click to add heading</a:t>
            </a:r>
          </a:p>
        </p:txBody>
      </p:sp>
      <p:sp>
        <p:nvSpPr>
          <p:cNvPr id="4" name="Title 3">
            <a:extLst>
              <a:ext uri="{FF2B5EF4-FFF2-40B4-BE49-F238E27FC236}">
                <a16:creationId xmlns:a16="http://schemas.microsoft.com/office/drawing/2014/main" id="{1F86A654-81DD-9D81-F84F-289D9BD8B74C}"/>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35577995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20" name="Text Placeholder 96">
            <a:extLst>
              <a:ext uri="{FF2B5EF4-FFF2-40B4-BE49-F238E27FC236}">
                <a16:creationId xmlns:a16="http://schemas.microsoft.com/office/drawing/2014/main" id="{7790730A-1804-4570-8AF0-4427D8EE38D9}"/>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2097825" cy="2876549"/>
          </a:xfrm>
          <a:noFill/>
          <a:ln>
            <a:solidFill>
              <a:schemeClr val="accent2"/>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9" name="Text Placeholder 38">
            <a:extLst>
              <a:ext uri="{FF2B5EF4-FFF2-40B4-BE49-F238E27FC236}">
                <a16:creationId xmlns:a16="http://schemas.microsoft.com/office/drawing/2014/main" id="{8D6CB9D3-FFF8-41F8-AB84-829079938EC7}"/>
              </a:ext>
            </a:extLst>
          </p:cNvPr>
          <p:cNvSpPr>
            <a:spLocks noGrp="1"/>
          </p:cNvSpPr>
          <p:nvPr>
            <p:ph type="body" sz="quarter" idx="13" hasCustomPrompt="1"/>
          </p:nvPr>
        </p:nvSpPr>
        <p:spPr>
          <a:xfrm>
            <a:off x="609600" y="2032113"/>
            <a:ext cx="2224300" cy="817200"/>
          </a:xfrm>
          <a:custGeom>
            <a:avLst/>
            <a:gdLst>
              <a:gd name="connsiteX0" fmla="*/ 0 w 2305886"/>
              <a:gd name="connsiteY0" fmla="*/ 0 h 817200"/>
              <a:gd name="connsiteX1" fmla="*/ 2174660 w 2305886"/>
              <a:gd name="connsiteY1" fmla="*/ 0 h 817200"/>
              <a:gd name="connsiteX2" fmla="*/ 2305886 w 2305886"/>
              <a:gd name="connsiteY2" fmla="*/ 408600 h 817200"/>
              <a:gd name="connsiteX3" fmla="*/ 2174660 w 2305886"/>
              <a:gd name="connsiteY3" fmla="*/ 817200 h 817200"/>
              <a:gd name="connsiteX4" fmla="*/ 0 w 2305886"/>
              <a:gd name="connsiteY4" fmla="*/ 817200 h 81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886" h="817200">
                <a:moveTo>
                  <a:pt x="0" y="0"/>
                </a:moveTo>
                <a:lnTo>
                  <a:pt x="2174660" y="0"/>
                </a:lnTo>
                <a:lnTo>
                  <a:pt x="2305886" y="408600"/>
                </a:lnTo>
                <a:lnTo>
                  <a:pt x="2174660" y="817200"/>
                </a:lnTo>
                <a:lnTo>
                  <a:pt x="0" y="817200"/>
                </a:lnTo>
                <a:close/>
              </a:path>
            </a:pathLst>
          </a:custGeom>
          <a:solidFill>
            <a:schemeClr val="accent2"/>
          </a:solidFill>
          <a:ln>
            <a:solidFill>
              <a:schemeClr val="accent2"/>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2826952" y="2849450"/>
            <a:ext cx="2097825" cy="2876549"/>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40" name="Text Placeholder 39">
            <a:extLst>
              <a:ext uri="{FF2B5EF4-FFF2-40B4-BE49-F238E27FC236}">
                <a16:creationId xmlns:a16="http://schemas.microsoft.com/office/drawing/2014/main" id="{66C0C20F-32BB-4C0E-AAF8-A6A769147834}"/>
              </a:ext>
            </a:extLst>
          </p:cNvPr>
          <p:cNvSpPr>
            <a:spLocks noGrp="1"/>
          </p:cNvSpPr>
          <p:nvPr>
            <p:ph type="body" sz="quarter" idx="17" hasCustomPrompt="1"/>
          </p:nvPr>
        </p:nvSpPr>
        <p:spPr>
          <a:xfrm>
            <a:off x="2831126"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5044304" y="2849450"/>
            <a:ext cx="2097825" cy="2876549"/>
          </a:xfrm>
          <a:noFill/>
          <a:ln>
            <a:solidFill>
              <a:schemeClr val="accent3"/>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7" name="Text Placeholder 16">
            <a:extLst>
              <a:ext uri="{FF2B5EF4-FFF2-40B4-BE49-F238E27FC236}">
                <a16:creationId xmlns:a16="http://schemas.microsoft.com/office/drawing/2014/main" id="{30B90539-6EE8-4A3B-99A2-131BECE1E80E}"/>
              </a:ext>
            </a:extLst>
          </p:cNvPr>
          <p:cNvSpPr>
            <a:spLocks noGrp="1"/>
          </p:cNvSpPr>
          <p:nvPr>
            <p:ph type="body" sz="quarter" idx="20" hasCustomPrompt="1"/>
          </p:nvPr>
        </p:nvSpPr>
        <p:spPr>
          <a:xfrm>
            <a:off x="5047087"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3"/>
          </a:solidFill>
          <a:ln>
            <a:solidFill>
              <a:schemeClr val="accent3"/>
            </a:solidFill>
          </a:ln>
        </p:spPr>
        <p:txBody>
          <a:bodyPr wrap="square" lIns="180000" tIns="180000" rIns="180000" bIns="180000" anchor="ctr" anchorCtr="0">
            <a:normAutofit/>
          </a:bodyPr>
          <a:lstStyle>
            <a:lvl1pPr marL="0" indent="0">
              <a:lnSpc>
                <a:spcPct val="100000"/>
              </a:lnSpc>
              <a:buNone/>
              <a:defRPr sz="2000" b="1">
                <a:solidFill>
                  <a:schemeClr val="bg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heading</a:t>
            </a:r>
          </a:p>
        </p:txBody>
      </p:sp>
      <p:sp>
        <p:nvSpPr>
          <p:cNvPr id="41" name="Text Placeholder 40">
            <a:extLst>
              <a:ext uri="{FF2B5EF4-FFF2-40B4-BE49-F238E27FC236}">
                <a16:creationId xmlns:a16="http://schemas.microsoft.com/office/drawing/2014/main" id="{FE232F59-5ADC-46E3-9697-CA7EA3C216B8}"/>
              </a:ext>
            </a:extLst>
          </p:cNvPr>
          <p:cNvSpPr>
            <a:spLocks noGrp="1"/>
          </p:cNvSpPr>
          <p:nvPr>
            <p:ph type="body" sz="quarter" idx="21" hasCustomPrompt="1"/>
          </p:nvPr>
        </p:nvSpPr>
        <p:spPr>
          <a:xfrm>
            <a:off x="7261656" y="2849312"/>
            <a:ext cx="2097825" cy="2876549"/>
          </a:xfrm>
          <a:prstGeom prst="rect">
            <a:avLst/>
          </a:prstGeom>
          <a:noFill/>
          <a:ln>
            <a:solidFill>
              <a:schemeClr val="tx1"/>
            </a:solidFill>
          </a:ln>
        </p:spPr>
        <p:txBody>
          <a:bodyPr wrap="square" lIns="180000" tIns="180000" rIns="180000" bIns="180000" anchor="t" anchorCtr="0">
            <a:noAutofit/>
          </a:bodyPr>
          <a:lstStyle>
            <a:lvl1pPr marL="0" indent="0">
              <a:lnSpc>
                <a:spcPct val="100000"/>
              </a:lnSpc>
              <a:buNone/>
              <a:defRPr sz="2000" b="0">
                <a:solidFill>
                  <a:schemeClr val="tx1"/>
                </a:solidFill>
              </a:defRPr>
            </a:lvl1pPr>
            <a:lvl2pPr marL="0" indent="0">
              <a:buNone/>
              <a:defRPr/>
            </a:lvl2pPr>
          </a:lstStyle>
          <a:p>
            <a:pPr lvl="0"/>
            <a:r>
              <a:rPr lang="en-US"/>
              <a:t>Click to add text</a:t>
            </a:r>
          </a:p>
        </p:txBody>
      </p:sp>
      <p:sp>
        <p:nvSpPr>
          <p:cNvPr id="42" name="Text Placeholder 41">
            <a:extLst>
              <a:ext uri="{FF2B5EF4-FFF2-40B4-BE49-F238E27FC236}">
                <a16:creationId xmlns:a16="http://schemas.microsoft.com/office/drawing/2014/main" id="{B2F6D8DE-FDAF-4886-9A00-5D9F036F05A5}"/>
              </a:ext>
            </a:extLst>
          </p:cNvPr>
          <p:cNvSpPr>
            <a:spLocks noGrp="1"/>
          </p:cNvSpPr>
          <p:nvPr>
            <p:ph type="body" sz="quarter" idx="22" hasCustomPrompt="1"/>
          </p:nvPr>
        </p:nvSpPr>
        <p:spPr>
          <a:xfrm>
            <a:off x="7263049"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tx1"/>
          </a:solidFill>
          <a:ln>
            <a:solidFill>
              <a:schemeClr val="tx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a:t>Click to add heading</a:t>
            </a:r>
          </a:p>
        </p:txBody>
      </p:sp>
      <p:sp>
        <p:nvSpPr>
          <p:cNvPr id="44" name="Text Placeholder 43">
            <a:extLst>
              <a:ext uri="{FF2B5EF4-FFF2-40B4-BE49-F238E27FC236}">
                <a16:creationId xmlns:a16="http://schemas.microsoft.com/office/drawing/2014/main" id="{884ACBA5-0874-4C39-B8D4-EE3612F7CE7F}"/>
              </a:ext>
            </a:extLst>
          </p:cNvPr>
          <p:cNvSpPr>
            <a:spLocks noGrp="1"/>
          </p:cNvSpPr>
          <p:nvPr>
            <p:ph type="body" sz="quarter" idx="23" hasCustomPrompt="1"/>
          </p:nvPr>
        </p:nvSpPr>
        <p:spPr>
          <a:xfrm>
            <a:off x="9479008" y="2032112"/>
            <a:ext cx="2103392" cy="817201"/>
          </a:xfrm>
          <a:custGeom>
            <a:avLst/>
            <a:gdLst>
              <a:gd name="connsiteX0" fmla="*/ 0 w 2180543"/>
              <a:gd name="connsiteY0" fmla="*/ 0 h 817201"/>
              <a:gd name="connsiteX1" fmla="*/ 49503 w 2180543"/>
              <a:gd name="connsiteY1" fmla="*/ 0 h 817201"/>
              <a:gd name="connsiteX2" fmla="*/ 344110 w 2180543"/>
              <a:gd name="connsiteY2" fmla="*/ 0 h 817201"/>
              <a:gd name="connsiteX3" fmla="*/ 2180543 w 2180543"/>
              <a:gd name="connsiteY3" fmla="*/ 0 h 817201"/>
              <a:gd name="connsiteX4" fmla="*/ 2180543 w 2180543"/>
              <a:gd name="connsiteY4" fmla="*/ 408601 h 817201"/>
              <a:gd name="connsiteX5" fmla="*/ 2180543 w 2180543"/>
              <a:gd name="connsiteY5" fmla="*/ 817201 h 817201"/>
              <a:gd name="connsiteX6" fmla="*/ 2079387 w 2180543"/>
              <a:gd name="connsiteY6" fmla="*/ 817201 h 817201"/>
              <a:gd name="connsiteX7" fmla="*/ 245924 w 2180543"/>
              <a:gd name="connsiteY7" fmla="*/ 817201 h 817201"/>
              <a:gd name="connsiteX8" fmla="*/ 23694 w 2180543"/>
              <a:gd name="connsiteY8" fmla="*/ 817201 h 817201"/>
              <a:gd name="connsiteX9" fmla="*/ 23694 w 2180543"/>
              <a:gd name="connsiteY9" fmla="*/ 817200 h 817201"/>
              <a:gd name="connsiteX10" fmla="*/ 49502 w 2180543"/>
              <a:gd name="connsiteY10" fmla="*/ 817200 h 817201"/>
              <a:gd name="connsiteX11" fmla="*/ 49502 w 2180543"/>
              <a:gd name="connsiteY11" fmla="*/ 817199 h 817201"/>
              <a:gd name="connsiteX12" fmla="*/ 0 w 2180543"/>
              <a:gd name="connsiteY12" fmla="*/ 817199 h 817201"/>
              <a:gd name="connsiteX13" fmla="*/ 135079 w 2180543"/>
              <a:gd name="connsiteY13" fmla="*/ 408600 h 81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0543" h="817201">
                <a:moveTo>
                  <a:pt x="0" y="0"/>
                </a:moveTo>
                <a:lnTo>
                  <a:pt x="49503" y="0"/>
                </a:lnTo>
                <a:lnTo>
                  <a:pt x="344110" y="0"/>
                </a:lnTo>
                <a:lnTo>
                  <a:pt x="2180543" y="0"/>
                </a:lnTo>
                <a:lnTo>
                  <a:pt x="2180543" y="408601"/>
                </a:lnTo>
                <a:lnTo>
                  <a:pt x="2180543" y="817201"/>
                </a:lnTo>
                <a:lnTo>
                  <a:pt x="2079387" y="817201"/>
                </a:lnTo>
                <a:lnTo>
                  <a:pt x="245924" y="817201"/>
                </a:lnTo>
                <a:lnTo>
                  <a:pt x="23694" y="817201"/>
                </a:lnTo>
                <a:lnTo>
                  <a:pt x="23694" y="817200"/>
                </a:lnTo>
                <a:lnTo>
                  <a:pt x="49502" y="817200"/>
                </a:lnTo>
                <a:lnTo>
                  <a:pt x="49502" y="817199"/>
                </a:lnTo>
                <a:lnTo>
                  <a:pt x="0" y="817199"/>
                </a:lnTo>
                <a:lnTo>
                  <a:pt x="135079" y="408600"/>
                </a:lnTo>
                <a:close/>
              </a:path>
            </a:pathLst>
          </a:custGeom>
          <a:solidFill>
            <a:srgbClr val="D8DFDE"/>
          </a:solidFill>
          <a:ln>
            <a:solidFill>
              <a:srgbClr val="D8DFDE"/>
            </a:solidFill>
          </a:ln>
        </p:spPr>
        <p:txBody>
          <a:bodyPr wrap="square" lIns="180000" rIns="180000" anchor="ctr" anchorCtr="0">
            <a:normAutofit/>
          </a:bodyPr>
          <a:lstStyle>
            <a:lvl1pPr marL="0" indent="0">
              <a:lnSpc>
                <a:spcPct val="100000"/>
              </a:lnSpc>
              <a:buNone/>
              <a:defRPr sz="2000" b="1">
                <a:solidFill>
                  <a:schemeClr val="tx1"/>
                </a:solidFill>
              </a:defRPr>
            </a:lvl1pPr>
            <a:lvl2pPr marL="0" indent="0">
              <a:buNone/>
              <a:defRPr/>
            </a:lvl2pPr>
          </a:lstStyle>
          <a:p>
            <a:pPr lvl="0"/>
            <a:r>
              <a:rPr lang="en-US"/>
              <a:t>Click to add heading</a:t>
            </a:r>
          </a:p>
        </p:txBody>
      </p:sp>
      <p:sp>
        <p:nvSpPr>
          <p:cNvPr id="45" name="Text Placeholder 17">
            <a:extLst>
              <a:ext uri="{FF2B5EF4-FFF2-40B4-BE49-F238E27FC236}">
                <a16:creationId xmlns:a16="http://schemas.microsoft.com/office/drawing/2014/main" id="{5D5D2A3B-816B-4063-BC86-43FC8744664B}"/>
              </a:ext>
            </a:extLst>
          </p:cNvPr>
          <p:cNvSpPr>
            <a:spLocks noGrp="1"/>
          </p:cNvSpPr>
          <p:nvPr>
            <p:ph type="body" sz="quarter" idx="24" hasCustomPrompt="1"/>
          </p:nvPr>
        </p:nvSpPr>
        <p:spPr>
          <a:xfrm>
            <a:off x="9479009" y="2849450"/>
            <a:ext cx="2103392" cy="2876550"/>
          </a:xfrm>
          <a:noFill/>
          <a:ln>
            <a:solidFill>
              <a:srgbClr val="D8DFDE"/>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4" name="Title 3">
            <a:extLst>
              <a:ext uri="{FF2B5EF4-FFF2-40B4-BE49-F238E27FC236}">
                <a16:creationId xmlns:a16="http://schemas.microsoft.com/office/drawing/2014/main" id="{52D00D93-A803-412A-9193-2BC385226BC3}"/>
              </a:ext>
            </a:extLst>
          </p:cNvPr>
          <p:cNvSpPr>
            <a:spLocks noGrp="1"/>
          </p:cNvSpPr>
          <p:nvPr>
            <p:ph type="title" hasCustomPrompt="1"/>
          </p:nvPr>
        </p:nvSpPr>
        <p:spPr/>
        <p:txBody>
          <a:bodyPr/>
          <a:lstStyle/>
          <a:p>
            <a:r>
              <a:rPr lang="en-US"/>
              <a:t>Click to enter title here</a:t>
            </a:r>
          </a:p>
        </p:txBody>
      </p:sp>
    </p:spTree>
    <p:custDataLst>
      <p:tags r:id="rId1"/>
    </p:custDataLst>
    <p:extLst>
      <p:ext uri="{BB962C8B-B14F-4D97-AF65-F5344CB8AC3E}">
        <p14:creationId xmlns:p14="http://schemas.microsoft.com/office/powerpoint/2010/main" val="220798993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0" name="Text Placeholder 96">
            <a:extLst>
              <a:ext uri="{FF2B5EF4-FFF2-40B4-BE49-F238E27FC236}">
                <a16:creationId xmlns:a16="http://schemas.microsoft.com/office/drawing/2014/main" id="{1D798A16-3930-4F04-AFA2-82EA4BFB259C}"/>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0" y="1628305"/>
            <a:ext cx="2614971" cy="3344218"/>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gn="l">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6160531" y="1628305"/>
            <a:ext cx="2774479" cy="3344218"/>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396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8822971" y="1628305"/>
            <a:ext cx="2759429" cy="3344218"/>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396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DE4DEBEC-636B-315D-963E-349CBF9C12A4}"/>
              </a:ext>
            </a:extLst>
          </p:cNvPr>
          <p:cNvSpPr>
            <a:spLocks noGrp="1"/>
          </p:cNvSpPr>
          <p:nvPr>
            <p:ph type="title" hasCustomPrompt="1"/>
          </p:nvPr>
        </p:nvSpPr>
        <p:spPr>
          <a:xfrm>
            <a:off x="609600" y="2681103"/>
            <a:ext cx="2438400" cy="1495794"/>
          </a:xfrm>
        </p:spPr>
        <p:txBody>
          <a:bodyPr anchor="ctr" anchorCtr="0">
            <a:spAutoFit/>
          </a:bodyPr>
          <a:lstStyle/>
          <a:p>
            <a:r>
              <a:rPr lang="en-US"/>
              <a:t>Click to enter title here</a:t>
            </a:r>
          </a:p>
        </p:txBody>
      </p:sp>
      <p:cxnSp>
        <p:nvCxnSpPr>
          <p:cNvPr id="5" name="Straight Connector 4">
            <a:extLst>
              <a:ext uri="{FF2B5EF4-FFF2-40B4-BE49-F238E27FC236}">
                <a16:creationId xmlns:a16="http://schemas.microsoft.com/office/drawing/2014/main" id="{13D3C580-A9B8-4489-B9AC-6B1A250A2E2D}"/>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040208529"/>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1" name="Text Placeholder 96">
            <a:extLst>
              <a:ext uri="{FF2B5EF4-FFF2-40B4-BE49-F238E27FC236}">
                <a16:creationId xmlns:a16="http://schemas.microsoft.com/office/drawing/2014/main" id="{3E274903-3C98-4D30-B827-CF2B37D16C98}"/>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1" y="1628309"/>
            <a:ext cx="1918632" cy="3344210"/>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520780" y="1628309"/>
            <a:ext cx="205750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7522836" y="1628309"/>
            <a:ext cx="205750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524892" y="1628307"/>
            <a:ext cx="2057509" cy="3344214"/>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583048F-6BD4-24E9-B4F5-DD3805454BD2}"/>
              </a:ext>
            </a:extLst>
          </p:cNvPr>
          <p:cNvSpPr>
            <a:spLocks noGrp="1"/>
          </p:cNvSpPr>
          <p:nvPr>
            <p:ph type="title" hasCustomPrompt="1"/>
          </p:nvPr>
        </p:nvSpPr>
        <p:spPr>
          <a:xfrm>
            <a:off x="609600" y="2681103"/>
            <a:ext cx="2438400" cy="1495794"/>
          </a:xfrm>
        </p:spPr>
        <p:txBody>
          <a:bodyPr anchor="ctr" anchorCtr="0">
            <a:spAutoFit/>
          </a:bodyPr>
          <a:lstStyle/>
          <a:p>
            <a:r>
              <a:rPr lang="en-US"/>
              <a:t>Click to enter title here</a:t>
            </a:r>
          </a:p>
        </p:txBody>
      </p:sp>
      <p:cxnSp>
        <p:nvCxnSpPr>
          <p:cNvPr id="3" name="Straight Connector 2">
            <a:extLst>
              <a:ext uri="{FF2B5EF4-FFF2-40B4-BE49-F238E27FC236}">
                <a16:creationId xmlns:a16="http://schemas.microsoft.com/office/drawing/2014/main" id="{93C8E916-5694-2B2A-F817-C6A0B1B43DB7}"/>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677093418"/>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96">
            <a:extLst>
              <a:ext uri="{FF2B5EF4-FFF2-40B4-BE49-F238E27FC236}">
                <a16:creationId xmlns:a16="http://schemas.microsoft.com/office/drawing/2014/main" id="{663299E0-114F-4CE4-B2F9-405E73283CF5}"/>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0" y="1630680"/>
            <a:ext cx="1533535" cy="3344222"/>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151092" y="1630680"/>
            <a:ext cx="1634697"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6745745" y="1630680"/>
            <a:ext cx="1645051"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4" name="Text Placeholder 23">
            <a:extLst>
              <a:ext uri="{FF2B5EF4-FFF2-40B4-BE49-F238E27FC236}">
                <a16:creationId xmlns:a16="http://schemas.microsoft.com/office/drawing/2014/main" id="{D205E639-54B0-4870-A015-7D3CAC5DF406}"/>
              </a:ext>
            </a:extLst>
          </p:cNvPr>
          <p:cNvSpPr>
            <a:spLocks noGrp="1"/>
          </p:cNvSpPr>
          <p:nvPr>
            <p:ph type="body" sz="quarter" idx="18" hasCustomPrompt="1"/>
          </p:nvPr>
        </p:nvSpPr>
        <p:spPr>
          <a:xfrm>
            <a:off x="8350752" y="1630680"/>
            <a:ext cx="1636680"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947389" y="1630686"/>
            <a:ext cx="1635009" cy="3344222"/>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81B323AF-0939-977A-4444-593F7D690916}"/>
              </a:ext>
            </a:extLst>
          </p:cNvPr>
          <p:cNvSpPr>
            <a:spLocks noGrp="1"/>
          </p:cNvSpPr>
          <p:nvPr>
            <p:ph type="title" hasCustomPrompt="1"/>
          </p:nvPr>
        </p:nvSpPr>
        <p:spPr>
          <a:xfrm>
            <a:off x="609600" y="2681103"/>
            <a:ext cx="2438400" cy="1495794"/>
          </a:xfrm>
        </p:spPr>
        <p:txBody>
          <a:bodyPr anchor="ctr" anchorCtr="0">
            <a:spAutoFit/>
          </a:bodyPr>
          <a:lstStyle/>
          <a:p>
            <a:r>
              <a:rPr lang="en-US"/>
              <a:t>Click to enter title here</a:t>
            </a:r>
          </a:p>
        </p:txBody>
      </p:sp>
      <p:cxnSp>
        <p:nvCxnSpPr>
          <p:cNvPr id="4" name="Straight Connector 3">
            <a:extLst>
              <a:ext uri="{FF2B5EF4-FFF2-40B4-BE49-F238E27FC236}">
                <a16:creationId xmlns:a16="http://schemas.microsoft.com/office/drawing/2014/main" id="{AC08AB3A-2620-C701-340D-6FC2DE40C086}"/>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0606101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Part Venn">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1" name="Text Placeholder 96">
            <a:extLst>
              <a:ext uri="{FF2B5EF4-FFF2-40B4-BE49-F238E27FC236}">
                <a16:creationId xmlns:a16="http://schemas.microsoft.com/office/drawing/2014/main" id="{032A8305-0A77-4646-B111-53EF169406A5}"/>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6705600" y="5721531"/>
            <a:ext cx="4876800" cy="479244"/>
          </a:xfrm>
        </p:spPr>
        <p:txBody>
          <a:bodyPr rIns="0" anchor="ctr" anchorCtr="0"/>
          <a:lstStyle>
            <a:lvl1pPr marL="0" indent="0" algn="r">
              <a:lnSpc>
                <a:spcPct val="100000"/>
              </a:lnSpc>
              <a:buNone/>
              <a:defRPr b="1">
                <a:solidFill>
                  <a:schemeClr val="tx1"/>
                </a:solidFill>
              </a:defRPr>
            </a:lvl1pPr>
          </a:lstStyle>
          <a:p>
            <a:pPr lvl="0"/>
            <a:r>
              <a:rPr lang="en-US"/>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3657601" y="413521"/>
            <a:ext cx="4876799" cy="479244"/>
          </a:xfrm>
        </p:spPr>
        <p:txBody>
          <a:bodyPr rIns="0" anchor="ctr" anchorCtr="0"/>
          <a:lstStyle>
            <a:lvl1pPr marL="0" indent="0" algn="l">
              <a:lnSpc>
                <a:spcPct val="100000"/>
              </a:lnSpc>
              <a:buNone/>
              <a:defRPr b="1">
                <a:solidFill>
                  <a:schemeClr val="accent1"/>
                </a:solidFill>
              </a:defRPr>
            </a:lvl1pPr>
          </a:lstStyle>
          <a:p>
            <a:pPr lvl="0"/>
            <a:r>
              <a:rPr lang="en-US"/>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3657601" y="1025840"/>
            <a:ext cx="4551996" cy="4551996"/>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accent1"/>
            </a:solidFill>
          </a:ln>
        </p:spPr>
        <p:txBody>
          <a:bodyPr wrap="square" lIns="216000" tIns="216000" rIns="216000" bIns="216000" anchor="ctr" anchorCtr="0">
            <a:noAutofit/>
          </a:bodyPr>
          <a:lstStyle>
            <a:lvl1pPr marL="0" indent="0" algn="l">
              <a:lnSpc>
                <a:spcPct val="100000"/>
              </a:lnSpc>
              <a:buNone/>
              <a:defRPr sz="2000"/>
            </a:lvl1pPr>
            <a:lvl2pPr marL="288000" indent="0" algn="ctr">
              <a:buNone/>
              <a:defRPr/>
            </a:lvl2pPr>
            <a:lvl3pPr algn="ctr">
              <a:defRPr/>
            </a:lvl3pPr>
            <a:lvl4pPr algn="ctr">
              <a:defRPr/>
            </a:lvl4pPr>
            <a:lvl5pPr algn="ctr">
              <a:defRPr/>
            </a:lvl5pPr>
          </a:lstStyle>
          <a:p>
            <a:pPr lvl="0"/>
            <a:r>
              <a:rPr lang="en-US"/>
              <a:t>Click to add 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030403" y="1025840"/>
            <a:ext cx="4551996" cy="4551996"/>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rgbClr val="D8DFDE"/>
            </a:solidFill>
          </a:ln>
        </p:spPr>
        <p:txBody>
          <a:bodyPr wrap="square" lIns="216000" tIns="216000" rIns="216000" bIns="216000" anchor="ctr" anchorCtr="0">
            <a:noAutofit/>
          </a:bodyPr>
          <a:lstStyle>
            <a:lvl1pPr marL="0" indent="0" algn="r">
              <a:lnSpc>
                <a:spcPct val="100000"/>
              </a:lnSpc>
              <a:buNone/>
              <a:defRPr sz="2000"/>
            </a:lvl1pPr>
            <a:lvl2pPr marL="288000" indent="0" algn="ctr">
              <a:buNone/>
              <a:defRPr/>
            </a:lvl2pPr>
            <a:lvl3pPr algn="ctr">
              <a:defRPr/>
            </a:lvl3pPr>
            <a:lvl4pPr algn="ctr">
              <a:defRPr/>
            </a:lvl4pPr>
            <a:lvl5pPr algn="ctr">
              <a:defRPr/>
            </a:lvl5pPr>
          </a:lstStyle>
          <a:p>
            <a:pPr lvl="0"/>
            <a:r>
              <a:rPr lang="en-US"/>
              <a:t>Click to add content</a:t>
            </a:r>
          </a:p>
        </p:txBody>
      </p:sp>
      <p:sp>
        <p:nvSpPr>
          <p:cNvPr id="2" name="Title 1">
            <a:extLst>
              <a:ext uri="{FF2B5EF4-FFF2-40B4-BE49-F238E27FC236}">
                <a16:creationId xmlns:a16="http://schemas.microsoft.com/office/drawing/2014/main" id="{C1DF8CB4-4CB9-190D-08A8-B455A7315FB3}"/>
              </a:ext>
            </a:extLst>
          </p:cNvPr>
          <p:cNvSpPr>
            <a:spLocks noGrp="1"/>
          </p:cNvSpPr>
          <p:nvPr>
            <p:ph type="title" hasCustomPrompt="1"/>
          </p:nvPr>
        </p:nvSpPr>
        <p:spPr>
          <a:xfrm>
            <a:off x="609600" y="2681103"/>
            <a:ext cx="2438400" cy="1495794"/>
          </a:xfrm>
        </p:spPr>
        <p:txBody>
          <a:bodyPr anchor="ctr" anchorCtr="0">
            <a:spAutoFit/>
          </a:bodyPr>
          <a:lstStyle/>
          <a:p>
            <a:r>
              <a:rPr lang="en-US"/>
              <a:t>Click to enter title here</a:t>
            </a:r>
          </a:p>
        </p:txBody>
      </p:sp>
      <p:cxnSp>
        <p:nvCxnSpPr>
          <p:cNvPr id="4" name="Straight Connector 3">
            <a:extLst>
              <a:ext uri="{FF2B5EF4-FFF2-40B4-BE49-F238E27FC236}">
                <a16:creationId xmlns:a16="http://schemas.microsoft.com/office/drawing/2014/main" id="{08DE70DD-47EB-1030-FD70-D3ABD48777AC}"/>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36808420"/>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 Part Venn">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3" name="Text Placeholder 96">
            <a:extLst>
              <a:ext uri="{FF2B5EF4-FFF2-40B4-BE49-F238E27FC236}">
                <a16:creationId xmlns:a16="http://schemas.microsoft.com/office/drawing/2014/main" id="{2135C828-3151-41FA-8348-153EF07735DC}"/>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a:t>Footnotes</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8534400" y="5762415"/>
            <a:ext cx="3047999" cy="424732"/>
          </a:xfrm>
        </p:spPr>
        <p:txBody>
          <a:bodyPr tIns="0" anchor="b" anchorCtr="0"/>
          <a:lstStyle>
            <a:lvl1pPr marL="0" indent="0" algn="r">
              <a:lnSpc>
                <a:spcPct val="100000"/>
              </a:lnSpc>
              <a:buNone/>
              <a:defRPr b="1">
                <a:solidFill>
                  <a:schemeClr val="accent3"/>
                </a:solidFill>
              </a:defRPr>
            </a:lvl1pPr>
          </a:lstStyle>
          <a:p>
            <a:pPr lvl="0"/>
            <a:r>
              <a:rPr lang="en-US"/>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3697200" y="413521"/>
            <a:ext cx="3008400" cy="424732"/>
          </a:xfrm>
        </p:spPr>
        <p:txBody>
          <a:bodyPr tIns="0" anchor="t" anchorCtr="0"/>
          <a:lstStyle>
            <a:lvl1pPr marL="0" indent="0" algn="l">
              <a:lnSpc>
                <a:spcPct val="100000"/>
              </a:lnSpc>
              <a:buNone/>
              <a:defRPr b="1">
                <a:solidFill>
                  <a:schemeClr val="accent1"/>
                </a:solidFill>
              </a:defRPr>
            </a:lvl1pPr>
          </a:lstStyle>
          <a:p>
            <a:pPr lvl="0"/>
            <a:r>
              <a:rPr lang="en-US"/>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5848800" y="450000"/>
            <a:ext cx="3322800" cy="3322800"/>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accent1"/>
            </a:solidFill>
          </a:ln>
        </p:spPr>
        <p:txBody>
          <a:bodyPr wrap="square" lIns="216000" tIns="216000" rIns="216000" bIns="216000" anchor="t" anchorCtr="0">
            <a:noAutofit/>
          </a:bodyPr>
          <a:lstStyle>
            <a:lvl1pPr marL="0" indent="0" algn="ctr">
              <a:lnSpc>
                <a:spcPct val="100000"/>
              </a:lnSpc>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0404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chemeClr val="accent3"/>
            </a:solidFill>
          </a:ln>
        </p:spPr>
        <p:txBody>
          <a:bodyPr wrap="square" lIns="216000" tIns="216000" rIns="216000" bIns="216000" anchor="ctr" anchorCtr="0">
            <a:noAutofit/>
          </a:bodyPr>
          <a:lstStyle>
            <a:lvl1pPr marL="0" indent="0" algn="r">
              <a:lnSpc>
                <a:spcPct val="100000"/>
              </a:lnSpc>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sp>
        <p:nvSpPr>
          <p:cNvPr id="11" name="Text Placeholder 9">
            <a:extLst>
              <a:ext uri="{FF2B5EF4-FFF2-40B4-BE49-F238E27FC236}">
                <a16:creationId xmlns:a16="http://schemas.microsoft.com/office/drawing/2014/main" id="{44FC366A-0CEA-4CD0-9B38-E42E5FC1B96B}"/>
              </a:ext>
            </a:extLst>
          </p:cNvPr>
          <p:cNvSpPr>
            <a:spLocks noGrp="1"/>
          </p:cNvSpPr>
          <p:nvPr>
            <p:ph type="body" sz="quarter" idx="22" hasCustomPrompt="1"/>
          </p:nvPr>
        </p:nvSpPr>
        <p:spPr>
          <a:xfrm>
            <a:off x="3697200" y="5762415"/>
            <a:ext cx="3008400" cy="424732"/>
          </a:xfrm>
        </p:spPr>
        <p:txBody>
          <a:bodyPr tIns="0" anchor="b" anchorCtr="0"/>
          <a:lstStyle>
            <a:lvl1pPr marL="0" indent="0" algn="l">
              <a:lnSpc>
                <a:spcPct val="100000"/>
              </a:lnSpc>
              <a:buNone/>
              <a:defRPr b="1">
                <a:solidFill>
                  <a:schemeClr val="tx1"/>
                </a:solidFill>
              </a:defRPr>
            </a:lvl1pPr>
          </a:lstStyle>
          <a:p>
            <a:pPr lvl="0"/>
            <a:r>
              <a:rPr lang="en-US"/>
              <a:t>Area 3</a:t>
            </a:r>
          </a:p>
        </p:txBody>
      </p:sp>
      <p:sp>
        <p:nvSpPr>
          <p:cNvPr id="12" name="Text Placeholder 17">
            <a:extLst>
              <a:ext uri="{FF2B5EF4-FFF2-40B4-BE49-F238E27FC236}">
                <a16:creationId xmlns:a16="http://schemas.microsoft.com/office/drawing/2014/main" id="{9F52DAA3-7E10-4B57-9351-33AF3DEFB419}"/>
              </a:ext>
            </a:extLst>
          </p:cNvPr>
          <p:cNvSpPr>
            <a:spLocks noGrp="1"/>
          </p:cNvSpPr>
          <p:nvPr>
            <p:ph type="body" sz="quarter" idx="23" hasCustomPrompt="1"/>
          </p:nvPr>
        </p:nvSpPr>
        <p:spPr>
          <a:xfrm>
            <a:off x="46572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rgbClr val="D8DFDE"/>
            </a:solidFill>
          </a:ln>
        </p:spPr>
        <p:txBody>
          <a:bodyPr wrap="square" lIns="216000" tIns="216000" rIns="216000" bIns="216000" anchor="ctr" anchorCtr="0">
            <a:noAutofit/>
          </a:bodyPr>
          <a:lstStyle>
            <a:lvl1pPr marL="0" indent="0" algn="l">
              <a:lnSpc>
                <a:spcPct val="100000"/>
              </a:lnSpc>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sp>
        <p:nvSpPr>
          <p:cNvPr id="2" name="Title 1">
            <a:extLst>
              <a:ext uri="{FF2B5EF4-FFF2-40B4-BE49-F238E27FC236}">
                <a16:creationId xmlns:a16="http://schemas.microsoft.com/office/drawing/2014/main" id="{B1B56EA3-D364-C533-10D3-893A65FA0C71}"/>
              </a:ext>
            </a:extLst>
          </p:cNvPr>
          <p:cNvSpPr>
            <a:spLocks noGrp="1"/>
          </p:cNvSpPr>
          <p:nvPr>
            <p:ph type="title" hasCustomPrompt="1"/>
          </p:nvPr>
        </p:nvSpPr>
        <p:spPr>
          <a:xfrm>
            <a:off x="609600" y="2681103"/>
            <a:ext cx="2438400" cy="1495794"/>
          </a:xfrm>
        </p:spPr>
        <p:txBody>
          <a:bodyPr anchor="ctr" anchorCtr="0">
            <a:spAutoFit/>
          </a:bodyPr>
          <a:lstStyle/>
          <a:p>
            <a:r>
              <a:rPr lang="en-US"/>
              <a:t>Click to enter title here</a:t>
            </a:r>
          </a:p>
        </p:txBody>
      </p:sp>
      <p:cxnSp>
        <p:nvCxnSpPr>
          <p:cNvPr id="4" name="Straight Connector 3">
            <a:extLst>
              <a:ext uri="{FF2B5EF4-FFF2-40B4-BE49-F238E27FC236}">
                <a16:creationId xmlns:a16="http://schemas.microsoft.com/office/drawing/2014/main" id="{66AF0C82-6917-BA47-1ABB-92D8583FA868}"/>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89936035"/>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088BE6C7-1108-0041-AA63-83BBB3C54183}"/>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err="1"/>
          </a:p>
        </p:txBody>
      </p:sp>
    </p:spTree>
    <p:custDataLst>
      <p:custData r:id="rId1"/>
      <p:tags r:id="rId2"/>
    </p:custDataLst>
    <p:extLst>
      <p:ext uri="{BB962C8B-B14F-4D97-AF65-F5344CB8AC3E}">
        <p14:creationId xmlns:p14="http://schemas.microsoft.com/office/powerpoint/2010/main" val="1142580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image" Target="../media/image2.svg"/><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image" Target="../media/image1.png"/><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ags" Target="../tags/tag13.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image" Target="../media/image2.svg"/><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37.xml"/><Relationship Id="rId5" Type="http://schemas.openxmlformats.org/officeDocument/2006/relationships/slideLayout" Target="../slideLayouts/slideLayout35.xml"/><Relationship Id="rId10"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image" Target="../media/image2.svg"/><Relationship Id="rId5" Type="http://schemas.openxmlformats.org/officeDocument/2006/relationships/slideLayout" Target="../slideLayouts/slideLayout44.xml"/><Relationship Id="rId10" Type="http://schemas.openxmlformats.org/officeDocument/2006/relationships/image" Target="../media/image1.png"/><Relationship Id="rId4" Type="http://schemas.openxmlformats.org/officeDocument/2006/relationships/slideLayout" Target="../slideLayouts/slideLayout43.xml"/><Relationship Id="rId9" Type="http://schemas.openxmlformats.org/officeDocument/2006/relationships/tags" Target="../tags/tag47.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slideLayout" Target="../slideLayouts/slideLayout49.xml"/><Relationship Id="rId7"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5" Type="http://schemas.openxmlformats.org/officeDocument/2006/relationships/slideLayout" Target="../slideLayouts/slideLayout51.xml"/><Relationship Id="rId10" Type="http://schemas.openxmlformats.org/officeDocument/2006/relationships/image" Target="../media/image2.svg"/><Relationship Id="rId4" Type="http://schemas.openxmlformats.org/officeDocument/2006/relationships/slideLayout" Target="../slideLayouts/slideLayout50.xml"/><Relationship Id="rId9"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55.xml"/><Relationship Id="rId7" Type="http://schemas.openxmlformats.org/officeDocument/2006/relationships/tags" Target="../tags/tag6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6.xml"/><Relationship Id="rId5" Type="http://schemas.openxmlformats.org/officeDocument/2006/relationships/slideLayout" Target="../slideLayouts/slideLayout57.xml"/><Relationship Id="rId4" Type="http://schemas.openxmlformats.org/officeDocument/2006/relationships/slideLayout" Target="../slideLayouts/slideLayout56.xml"/><Relationship Id="rId9" Type="http://schemas.openxmlformats.org/officeDocument/2006/relationships/image" Target="../media/image2.sv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60.xml"/><Relationship Id="rId7" Type="http://schemas.openxmlformats.org/officeDocument/2006/relationships/tags" Target="../tags/tag68.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theme" Target="../theme/theme7.xml"/><Relationship Id="rId5" Type="http://schemas.openxmlformats.org/officeDocument/2006/relationships/slideLayout" Target="../slideLayouts/slideLayout62.xml"/><Relationship Id="rId4" Type="http://schemas.openxmlformats.org/officeDocument/2006/relationships/slideLayout" Target="../slideLayouts/slideLayout61.xml"/><Relationship Id="rId9" Type="http://schemas.openxmlformats.org/officeDocument/2006/relationships/image" Target="../media/image2.sv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65.xml"/><Relationship Id="rId7" Type="http://schemas.openxmlformats.org/officeDocument/2006/relationships/image" Target="../media/image2.svg"/><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image" Target="../media/image1.png"/><Relationship Id="rId5" Type="http://schemas.openxmlformats.org/officeDocument/2006/relationships/tags" Target="../tags/tag74.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image" Target="../media/image2.svg"/><Relationship Id="rId2" Type="http://schemas.openxmlformats.org/officeDocument/2006/relationships/slideLayout" Target="../slideLayouts/slideLayout67.xml"/><Relationship Id="rId16" Type="http://schemas.openxmlformats.org/officeDocument/2006/relationships/image" Target="../media/image1.png"/><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tags" Target="../tags/tag78.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1"/>
          </a:xfrm>
          <a:prstGeom prst="rect">
            <a:avLst/>
          </a:prstGeom>
        </p:spPr>
        <p:txBody>
          <a:bodyPr vert="horz" lIns="0" tIns="0" rIns="0" bIns="0" rtlCol="0" anchor="t">
            <a:no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704319" y="6321108"/>
            <a:ext cx="294812" cy="355098"/>
          </a:xfrm>
          <a:prstGeom prst="rect">
            <a:avLst/>
          </a:prstGeom>
          <a:blipFill>
            <a:blip r:embed="rId12">
              <a:extLst>
                <a:ext uri="{96DAC541-7B7A-43D3-8B79-37D633B846F1}">
                  <asvg:svgBlip xmlns:asvg="http://schemas.microsoft.com/office/drawing/2016/SVG/main" r:embed="rId1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9"/>
            <a:ext cx="10972800" cy="4730749"/>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Tree>
    <p:custDataLst>
      <p:tags r:id="rId11"/>
    </p:custDataLst>
    <p:extLst>
      <p:ext uri="{BB962C8B-B14F-4D97-AF65-F5344CB8AC3E}">
        <p14:creationId xmlns:p14="http://schemas.microsoft.com/office/powerpoint/2010/main" val="2125873824"/>
      </p:ext>
    </p:extLst>
  </p:cSld>
  <p:clrMap bg1="lt1" tx1="dk1" bg2="lt2" tx2="dk2" accent1="accent1" accent2="accent2" accent3="accent3" accent4="accent4" accent5="accent5" accent6="accent6" hlink="hlink" folHlink="folHlink"/>
  <p:sldLayoutIdLst>
    <p:sldLayoutId id="2147484049" r:id="rId1"/>
    <p:sldLayoutId id="2147483846" r:id="rId2"/>
    <p:sldLayoutId id="2147483987" r:id="rId3"/>
    <p:sldLayoutId id="2147483840" r:id="rId4"/>
    <p:sldLayoutId id="2147483850" r:id="rId5"/>
    <p:sldLayoutId id="2147483950" r:id="rId6"/>
    <p:sldLayoutId id="2147483849" r:id="rId7"/>
    <p:sldLayoutId id="2147483851" r:id="rId8"/>
    <p:sldLayoutId id="2147483852" r:id="rId9"/>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286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3pPr>
      <a:lvl4pPr marL="9216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smtClean="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9"/>
            <a:ext cx="10972800" cy="4736174"/>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2" name="Text Placeholder 30">
            <a:extLst>
              <a:ext uri="{FF2B5EF4-FFF2-40B4-BE49-F238E27FC236}">
                <a16:creationId xmlns:a16="http://schemas.microsoft.com/office/drawing/2014/main" id="{C8D178E0-FA5A-256D-475A-9B5B39508355}"/>
              </a:ext>
            </a:extLst>
          </p:cNvPr>
          <p:cNvSpPr txBox="1">
            <a:spLocks/>
          </p:cNvSpPr>
          <p:nvPr userDrawn="1"/>
        </p:nvSpPr>
        <p:spPr>
          <a:xfrm>
            <a:off x="11704319" y="6321108"/>
            <a:ext cx="294812" cy="355098"/>
          </a:xfrm>
          <a:prstGeom prst="rect">
            <a:avLst/>
          </a:prstGeom>
          <a:blipFill>
            <a:blip r:embed="rId24">
              <a:extLst>
                <a:ext uri="{96DAC541-7B7A-43D3-8B79-37D633B846F1}">
                  <asvg:svgBlip xmlns:asvg="http://schemas.microsoft.com/office/drawing/2016/SVG/main" r:embed="rId25"/>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23"/>
    </p:custDataLst>
    <p:extLst>
      <p:ext uri="{BB962C8B-B14F-4D97-AF65-F5344CB8AC3E}">
        <p14:creationId xmlns:p14="http://schemas.microsoft.com/office/powerpoint/2010/main" val="2532496191"/>
      </p:ext>
    </p:extLst>
  </p:cSld>
  <p:clrMap bg1="lt1" tx1="dk1" bg2="lt2" tx2="dk2" accent1="accent1" accent2="accent2" accent3="accent3" accent4="accent4" accent5="accent5" accent6="accent6" hlink="hlink" folHlink="folHlink"/>
  <p:sldLayoutIdLst>
    <p:sldLayoutId id="2147483986" r:id="rId1"/>
    <p:sldLayoutId id="2147483904" r:id="rId2"/>
    <p:sldLayoutId id="2147484121" r:id="rId3"/>
    <p:sldLayoutId id="2147483848" r:id="rId4"/>
    <p:sldLayoutId id="2147484116" r:id="rId5"/>
    <p:sldLayoutId id="2147484114" r:id="rId6"/>
    <p:sldLayoutId id="2147484115" r:id="rId7"/>
    <p:sldLayoutId id="2147483993" r:id="rId8"/>
    <p:sldLayoutId id="2147483994" r:id="rId9"/>
    <p:sldLayoutId id="2147484101" r:id="rId10"/>
    <p:sldLayoutId id="2147484102" r:id="rId11"/>
    <p:sldLayoutId id="2147484103" r:id="rId12"/>
    <p:sldLayoutId id="2147484104" r:id="rId13"/>
    <p:sldLayoutId id="2147484123" r:id="rId14"/>
    <p:sldLayoutId id="2147484124" r:id="rId15"/>
    <p:sldLayoutId id="2147484125" r:id="rId16"/>
    <p:sldLayoutId id="2147484126" r:id="rId17"/>
    <p:sldLayoutId id="2147484127" r:id="rId18"/>
    <p:sldLayoutId id="2147484128" r:id="rId19"/>
    <p:sldLayoutId id="2147484129" r:id="rId20"/>
    <p:sldLayoutId id="2147483985" r:id="rId21"/>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0749"/>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7" name="Text Placeholder 30">
            <a:extLst>
              <a:ext uri="{FF2B5EF4-FFF2-40B4-BE49-F238E27FC236}">
                <a16:creationId xmlns:a16="http://schemas.microsoft.com/office/drawing/2014/main" id="{8B29A5C8-68FC-296D-D70C-338F68D2DF55}"/>
              </a:ext>
            </a:extLst>
          </p:cNvPr>
          <p:cNvSpPr txBox="1">
            <a:spLocks/>
          </p:cNvSpPr>
          <p:nvPr userDrawn="1"/>
        </p:nvSpPr>
        <p:spPr>
          <a:xfrm>
            <a:off x="11704319" y="6321108"/>
            <a:ext cx="294812" cy="355098"/>
          </a:xfrm>
          <a:prstGeom prst="rect">
            <a:avLst/>
          </a:prstGeom>
          <a:blipFill>
            <a:blip r:embed="rId12">
              <a:extLst>
                <a:ext uri="{96DAC541-7B7A-43D3-8B79-37D633B846F1}">
                  <asvg:svgBlip xmlns:asvg="http://schemas.microsoft.com/office/drawing/2016/SVG/main" r:embed="rId1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11"/>
    </p:custDataLst>
    <p:extLst>
      <p:ext uri="{BB962C8B-B14F-4D97-AF65-F5344CB8AC3E}">
        <p14:creationId xmlns:p14="http://schemas.microsoft.com/office/powerpoint/2010/main" val="391238310"/>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1" r:id="rId3"/>
    <p:sldLayoutId id="2147484105" r:id="rId4"/>
    <p:sldLayoutId id="2147484092" r:id="rId5"/>
    <p:sldLayoutId id="2147484095" r:id="rId6"/>
    <p:sldLayoutId id="2147484096" r:id="rId7"/>
    <p:sldLayoutId id="2147484097" r:id="rId8"/>
    <p:sldLayoutId id="2147484100" r:id="rId9"/>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799"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799" cy="4736175"/>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7" name="Text Placeholder 30">
            <a:extLst>
              <a:ext uri="{FF2B5EF4-FFF2-40B4-BE49-F238E27FC236}">
                <a16:creationId xmlns:a16="http://schemas.microsoft.com/office/drawing/2014/main" id="{65816682-2D7A-900A-8934-80B459110B2F}"/>
              </a:ext>
            </a:extLst>
          </p:cNvPr>
          <p:cNvSpPr txBox="1">
            <a:spLocks/>
          </p:cNvSpPr>
          <p:nvPr userDrawn="1"/>
        </p:nvSpPr>
        <p:spPr>
          <a:xfrm>
            <a:off x="11704319" y="6321108"/>
            <a:ext cx="294812" cy="355098"/>
          </a:xfrm>
          <a:prstGeom prst="rect">
            <a:avLst/>
          </a:prstGeom>
          <a:blipFill>
            <a:blip r:embed="rId10">
              <a:extLst>
                <a:ext uri="{96DAC541-7B7A-43D3-8B79-37D633B846F1}">
                  <asvg:svgBlip xmlns:asvg="http://schemas.microsoft.com/office/drawing/2016/SVG/main" r:embed="rId11"/>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9"/>
    </p:custDataLst>
    <p:extLst>
      <p:ext uri="{BB962C8B-B14F-4D97-AF65-F5344CB8AC3E}">
        <p14:creationId xmlns:p14="http://schemas.microsoft.com/office/powerpoint/2010/main" val="3754330271"/>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50" r:id="rId3"/>
    <p:sldLayoutId id="2147484108" r:id="rId4"/>
    <p:sldLayoutId id="2147484006" r:id="rId5"/>
    <p:sldLayoutId id="2147484122" r:id="rId6"/>
    <p:sldLayoutId id="2147484008" r:id="rId7"/>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799"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799" cy="4736176"/>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2" name="Text Placeholder 30">
            <a:extLst>
              <a:ext uri="{FF2B5EF4-FFF2-40B4-BE49-F238E27FC236}">
                <a16:creationId xmlns:a16="http://schemas.microsoft.com/office/drawing/2014/main" id="{FC7F3F9A-2916-1C3D-166C-04E5D6242B67}"/>
              </a:ext>
            </a:extLst>
          </p:cNvPr>
          <p:cNvSpPr txBox="1">
            <a:spLocks/>
          </p:cNvSpPr>
          <p:nvPr userDrawn="1"/>
        </p:nvSpPr>
        <p:spPr>
          <a:xfrm>
            <a:off x="11704319" y="6321108"/>
            <a:ext cx="294812" cy="355098"/>
          </a:xfrm>
          <a:prstGeom prst="rect">
            <a:avLst/>
          </a:prstGeom>
          <a:blipFill>
            <a:blip r:embed="rId9">
              <a:extLst>
                <a:ext uri="{96DAC541-7B7A-43D3-8B79-37D633B846F1}">
                  <asvg:svgBlip xmlns:asvg="http://schemas.microsoft.com/office/drawing/2016/SVG/main" r:embed="rId10"/>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8"/>
    </p:custDataLst>
    <p:extLst>
      <p:ext uri="{BB962C8B-B14F-4D97-AF65-F5344CB8AC3E}">
        <p14:creationId xmlns:p14="http://schemas.microsoft.com/office/powerpoint/2010/main" val="2327450278"/>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117" r:id="rId5"/>
    <p:sldLayoutId id="2147484019" r:id="rId6"/>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73"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2" name="Text Placeholder 30">
            <a:extLst>
              <a:ext uri="{FF2B5EF4-FFF2-40B4-BE49-F238E27FC236}">
                <a16:creationId xmlns:a16="http://schemas.microsoft.com/office/drawing/2014/main" id="{BE2F71DA-E675-50C9-A90B-CBD9F699B854}"/>
              </a:ext>
            </a:extLst>
          </p:cNvPr>
          <p:cNvSpPr txBox="1">
            <a:spLocks/>
          </p:cNvSpPr>
          <p:nvPr userDrawn="1"/>
        </p:nvSpPr>
        <p:spPr>
          <a:xfrm>
            <a:off x="11704319" y="6321108"/>
            <a:ext cx="294812" cy="355098"/>
          </a:xfrm>
          <a:prstGeom prst="rect">
            <a:avLst/>
          </a:prstGeom>
          <a:blipFill>
            <a:blip r:embed="rId8">
              <a:extLst>
                <a:ext uri="{96DAC541-7B7A-43D3-8B79-37D633B846F1}">
                  <asvg:svgBlip xmlns:asvg="http://schemas.microsoft.com/office/drawing/2016/SVG/main" r:embed="rId9"/>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7"/>
    </p:custDataLst>
    <p:extLst>
      <p:ext uri="{BB962C8B-B14F-4D97-AF65-F5344CB8AC3E}">
        <p14:creationId xmlns:p14="http://schemas.microsoft.com/office/powerpoint/2010/main" val="4245213269"/>
      </p:ext>
    </p:extLst>
  </p:cSld>
  <p:clrMap bg1="lt1" tx1="dk1" bg2="lt2" tx2="dk2" accent1="accent1" accent2="accent2" accent3="accent3" accent4="accent4" accent5="accent5" accent6="accent6" hlink="hlink" folHlink="folHlink"/>
  <p:sldLayoutIdLst>
    <p:sldLayoutId id="2147484109" r:id="rId1"/>
    <p:sldLayoutId id="2147484113" r:id="rId2"/>
    <p:sldLayoutId id="2147484111" r:id="rId3"/>
    <p:sldLayoutId id="2147484112" r:id="rId4"/>
    <p:sldLayoutId id="2147484025" r:id="rId5"/>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7" name="Text Placeholder 30">
            <a:extLst>
              <a:ext uri="{FF2B5EF4-FFF2-40B4-BE49-F238E27FC236}">
                <a16:creationId xmlns:a16="http://schemas.microsoft.com/office/drawing/2014/main" id="{5FCACAAB-1F89-129B-3008-E3560755D6C5}"/>
              </a:ext>
            </a:extLst>
          </p:cNvPr>
          <p:cNvSpPr txBox="1">
            <a:spLocks/>
          </p:cNvSpPr>
          <p:nvPr userDrawn="1"/>
        </p:nvSpPr>
        <p:spPr>
          <a:xfrm>
            <a:off x="11704319" y="6321108"/>
            <a:ext cx="294812" cy="355098"/>
          </a:xfrm>
          <a:prstGeom prst="rect">
            <a:avLst/>
          </a:prstGeom>
          <a:blipFill>
            <a:blip r:embed="rId8">
              <a:extLst>
                <a:ext uri="{96DAC541-7B7A-43D3-8B79-37D633B846F1}">
                  <asvg:svgBlip xmlns:asvg="http://schemas.microsoft.com/office/drawing/2016/SVG/main" r:embed="rId9"/>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7"/>
    </p:custDataLst>
    <p:extLst>
      <p:ext uri="{BB962C8B-B14F-4D97-AF65-F5344CB8AC3E}">
        <p14:creationId xmlns:p14="http://schemas.microsoft.com/office/powerpoint/2010/main" val="442645784"/>
      </p:ext>
    </p:extLst>
  </p:cSld>
  <p:clrMap bg1="lt1" tx1="dk1" bg2="lt2" tx2="dk2" accent1="accent1" accent2="accent2" accent3="accent3" accent4="accent4" accent5="accent5" accent6="accent6" hlink="hlink" folHlink="folHlink"/>
  <p:sldLayoutIdLst>
    <p:sldLayoutId id="2147484027" r:id="rId1"/>
    <p:sldLayoutId id="2147484118" r:id="rId2"/>
    <p:sldLayoutId id="2147484119" r:id="rId3"/>
    <p:sldLayoutId id="2147484120" r:id="rId4"/>
    <p:sldLayoutId id="2147484031" r:id="rId5"/>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7" name="Text Placeholder 30">
            <a:extLst>
              <a:ext uri="{FF2B5EF4-FFF2-40B4-BE49-F238E27FC236}">
                <a16:creationId xmlns:a16="http://schemas.microsoft.com/office/drawing/2014/main" id="{A4F1528C-DCE1-FEE1-18B7-428B1E9E5140}"/>
              </a:ext>
            </a:extLst>
          </p:cNvPr>
          <p:cNvSpPr txBox="1">
            <a:spLocks/>
          </p:cNvSpPr>
          <p:nvPr userDrawn="1"/>
        </p:nvSpPr>
        <p:spPr>
          <a:xfrm>
            <a:off x="11704319" y="6321108"/>
            <a:ext cx="294812" cy="355098"/>
          </a:xfrm>
          <a:prstGeom prst="rect">
            <a:avLst/>
          </a:prstGeom>
          <a:blipFill>
            <a:blip r:embed="rId6">
              <a:extLst>
                <a:ext uri="{96DAC541-7B7A-43D3-8B79-37D633B846F1}">
                  <asvg:svgBlip xmlns:asvg="http://schemas.microsoft.com/office/drawing/2016/SVG/main" r:embed="rId7"/>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5"/>
    </p:custDataLst>
    <p:extLst>
      <p:ext uri="{BB962C8B-B14F-4D97-AF65-F5344CB8AC3E}">
        <p14:creationId xmlns:p14="http://schemas.microsoft.com/office/powerpoint/2010/main" val="423571043"/>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a:t>Click to add text here. </a:t>
            </a:r>
            <a:br>
              <a:rPr lang="en-US"/>
            </a:br>
            <a:r>
              <a:rPr lang="en-US"/>
              <a:t>When pasting copy from other slides, be sure to use the Paste and Match Formatting shortcut (</a:t>
            </a:r>
            <a:r>
              <a:rPr lang="en-US" err="1"/>
              <a:t>Cmd</a:t>
            </a:r>
            <a:r>
              <a:rPr lang="en-US"/>
              <a:t> + Option + Shift + V).</a:t>
            </a:r>
            <a:br>
              <a:rPr lang="en-US"/>
            </a:br>
            <a:r>
              <a:rPr lang="en-US"/>
              <a:t>To increase bullet level, select your text and press Tab.</a:t>
            </a:r>
            <a:br>
              <a:rPr lang="en-US"/>
            </a:br>
            <a:r>
              <a:rPr lang="en-US"/>
              <a:t>To decrease bullet level, select your bullet text and press Shift + Tab.</a:t>
            </a:r>
          </a:p>
          <a:p>
            <a:pPr lvl="1"/>
            <a:r>
              <a:rPr lang="en-US"/>
              <a:t>Second level</a:t>
            </a:r>
          </a:p>
          <a:p>
            <a:pPr lvl="2"/>
            <a:r>
              <a:rPr lang="en-US"/>
              <a:t>Third level</a:t>
            </a:r>
          </a:p>
          <a:p>
            <a:pPr lvl="3"/>
            <a:r>
              <a:rPr lang="en-US"/>
              <a:t>Fourth level</a:t>
            </a:r>
          </a:p>
          <a:p>
            <a:pPr lvl="4"/>
            <a:r>
              <a:rPr lang="en-US"/>
              <a:t>Fifth level</a:t>
            </a:r>
          </a:p>
        </p:txBody>
      </p:sp>
      <p:sp>
        <p:nvSpPr>
          <p:cNvPr id="12" name="Text Placeholder 30">
            <a:extLst>
              <a:ext uri="{FF2B5EF4-FFF2-40B4-BE49-F238E27FC236}">
                <a16:creationId xmlns:a16="http://schemas.microsoft.com/office/drawing/2014/main" id="{BF40B718-E799-4CD2-5777-8BF8209267C2}"/>
              </a:ext>
            </a:extLst>
          </p:cNvPr>
          <p:cNvSpPr txBox="1">
            <a:spLocks/>
          </p:cNvSpPr>
          <p:nvPr userDrawn="1"/>
        </p:nvSpPr>
        <p:spPr>
          <a:xfrm>
            <a:off x="11704319" y="6321108"/>
            <a:ext cx="294812" cy="355098"/>
          </a:xfrm>
          <a:prstGeom prst="rect">
            <a:avLst/>
          </a:prstGeom>
          <a:blipFill>
            <a:blip r:embed="rId16">
              <a:extLst>
                <a:ext uri="{96DAC541-7B7A-43D3-8B79-37D633B846F1}">
                  <asvg:svgBlip xmlns:asvg="http://schemas.microsoft.com/office/drawing/2016/SVG/main" r:embed="rId17"/>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Tree>
    <p:custDataLst>
      <p:tags r:id="rId15"/>
    </p:custDataLst>
    <p:extLst>
      <p:ext uri="{BB962C8B-B14F-4D97-AF65-F5344CB8AC3E}">
        <p14:creationId xmlns:p14="http://schemas.microsoft.com/office/powerpoint/2010/main" val="2956617648"/>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8" r:id="rId5"/>
    <p:sldLayoutId id="2147484039" r:id="rId6"/>
    <p:sldLayoutId id="2147484040" r:id="rId7"/>
    <p:sldLayoutId id="2147484041" r:id="rId8"/>
    <p:sldLayoutId id="2147484042" r:id="rId9"/>
    <p:sldLayoutId id="2147484043" r:id="rId10"/>
    <p:sldLayoutId id="2147484044" r:id="rId11"/>
    <p:sldLayoutId id="2147484047" r:id="rId12"/>
    <p:sldLayoutId id="2147484046" r:id="rId13"/>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3.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aacrjournals.org/cancerdiscovery/article/12/1/31/675608/Hallmarks-of-Cancer-New-DimensionsHallmarks-of"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cancerhallmarks.com/"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hyperlink" Target="https://doi.org/10.1016/j.jpha.2024.101065" TargetMode="Externa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pymc-labs.com/blog-posts/pymc-stan-benchmark" TargetMode="External"/><Relationship Id="rId2" Type="http://schemas.openxmlformats.org/officeDocument/2006/relationships/hyperlink" Target="https://biodatamining.biomedcentral.com/articles/10.1186/s13040-024-00398-6"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S0092-8674(00)81683-9" TargetMode="External"/><Relationship Id="rId2" Type="http://schemas.openxmlformats.org/officeDocument/2006/relationships/hyperlink" Target="https://doi.org/10.1093/biomet/asq017" TargetMode="External"/><Relationship Id="rId1" Type="http://schemas.openxmlformats.org/officeDocument/2006/relationships/slideLayout" Target="../slideLayouts/slideLayout6.xml"/><Relationship Id="rId6" Type="http://schemas.openxmlformats.org/officeDocument/2006/relationships/hyperlink" Target="https://doi.org/10.1038/ng.2764" TargetMode="External"/><Relationship Id="rId5" Type="http://schemas.openxmlformats.org/officeDocument/2006/relationships/hyperlink" Target="https://doi.org/10.1016/j.jpha.2024.101065" TargetMode="External"/><Relationship Id="rId4" Type="http://schemas.openxmlformats.org/officeDocument/2006/relationships/hyperlink" Target="https://doi.org/10.1158/2159-8290.CD-21-10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58EB25-7159-2236-8AE8-72BFE0E8D314}"/>
              </a:ext>
            </a:extLst>
          </p:cNvPr>
          <p:cNvSpPr>
            <a:spLocks noGrp="1"/>
          </p:cNvSpPr>
          <p:nvPr>
            <p:ph type="title"/>
          </p:nvPr>
        </p:nvSpPr>
        <p:spPr>
          <a:xfrm>
            <a:off x="1219201" y="1793325"/>
            <a:ext cx="4876799" cy="2649135"/>
          </a:xfrm>
        </p:spPr>
        <p:txBody>
          <a:bodyPr anchor="b">
            <a:normAutofit/>
          </a:bodyPr>
          <a:lstStyle/>
          <a:p>
            <a:pPr>
              <a:lnSpc>
                <a:spcPct val="90000"/>
              </a:lnSpc>
            </a:pPr>
            <a:r>
              <a:rPr lang="en-US" sz="3700" dirty="0"/>
              <a:t>Hallmarks of cancer regression for identification of robust and interpretable composite biomarkers</a:t>
            </a:r>
          </a:p>
        </p:txBody>
      </p:sp>
      <p:pic>
        <p:nvPicPr>
          <p:cNvPr id="7" name="Picture 6" descr="A diagram of a cell&#10;&#10;AI-generated content may be incorrect.">
            <a:extLst>
              <a:ext uri="{FF2B5EF4-FFF2-40B4-BE49-F238E27FC236}">
                <a16:creationId xmlns:a16="http://schemas.microsoft.com/office/drawing/2014/main" id="{4517F9CB-E0E4-D7F8-DF7F-7B4D2068A96E}"/>
              </a:ext>
            </a:extLst>
          </p:cNvPr>
          <p:cNvPicPr>
            <a:picLocks noChangeAspect="1"/>
          </p:cNvPicPr>
          <p:nvPr/>
        </p:nvPicPr>
        <p:blipFill>
          <a:blip r:embed="rId4">
            <a:extLst>
              <a:ext uri="{28A0092B-C50C-407E-A947-70E740481C1C}">
                <a14:useLocalDpi xmlns:a14="http://schemas.microsoft.com/office/drawing/2010/main" val="0"/>
              </a:ext>
            </a:extLst>
          </a:blip>
          <a:srcRect l="10364"/>
          <a:stretch>
            <a:fillRect/>
          </a:stretch>
        </p:blipFill>
        <p:spPr>
          <a:xfrm>
            <a:off x="6705600" y="10"/>
            <a:ext cx="5486400" cy="6857990"/>
          </a:xfrm>
          <a:prstGeom prst="rect">
            <a:avLst/>
          </a:prstGeom>
          <a:noFill/>
        </p:spPr>
      </p:pic>
      <p:sp>
        <p:nvSpPr>
          <p:cNvPr id="16" name="Text Placeholder 5">
            <a:extLst>
              <a:ext uri="{FF2B5EF4-FFF2-40B4-BE49-F238E27FC236}">
                <a16:creationId xmlns:a16="http://schemas.microsoft.com/office/drawing/2014/main" id="{BC600527-164D-98E9-0701-BA70723BA439}"/>
              </a:ext>
            </a:extLst>
          </p:cNvPr>
          <p:cNvSpPr>
            <a:spLocks noGrp="1"/>
          </p:cNvSpPr>
          <p:nvPr>
            <p:ph type="body" sz="quarter" idx="21"/>
          </p:nvPr>
        </p:nvSpPr>
        <p:spPr>
          <a:xfrm>
            <a:off x="1219200" y="4594860"/>
            <a:ext cx="4876799" cy="1241804"/>
          </a:xfrm>
        </p:spPr>
        <p:txBody>
          <a:bodyPr vert="horz" lIns="0" tIns="0" rIns="0" bIns="0" rtlCol="0" anchor="t">
            <a:normAutofit/>
          </a:bodyPr>
          <a:lstStyle/>
          <a:p>
            <a:r>
              <a:rPr lang="en-US" sz="2000" dirty="0"/>
              <a:t>Alex Yang,</a:t>
            </a:r>
          </a:p>
          <a:p>
            <a:r>
              <a:rPr lang="en-US" sz="2000" dirty="0"/>
              <a:t>Fabio Rigat, PhD</a:t>
            </a:r>
            <a:endParaRPr lang="en-US" sz="2000" dirty="0">
              <a:ea typeface="Calibri"/>
              <a:cs typeface="Calibri"/>
            </a:endParaRPr>
          </a:p>
        </p:txBody>
      </p:sp>
    </p:spTree>
    <p:custDataLst>
      <p:tags r:id="rId1"/>
    </p:custDataLst>
    <p:extLst>
      <p:ext uri="{BB962C8B-B14F-4D97-AF65-F5344CB8AC3E}">
        <p14:creationId xmlns:p14="http://schemas.microsoft.com/office/powerpoint/2010/main" val="1903872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8F2E-7335-1459-D9C8-5914C65B0D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0AEA01-DD77-0312-B1AD-1F2EE24E5336}"/>
              </a:ext>
            </a:extLst>
          </p:cNvPr>
          <p:cNvSpPr>
            <a:spLocks noGrp="1"/>
          </p:cNvSpPr>
          <p:nvPr>
            <p:ph type="title"/>
          </p:nvPr>
        </p:nvSpPr>
        <p:spPr>
          <a:xfrm>
            <a:off x="487680" y="149657"/>
            <a:ext cx="12509755" cy="705430"/>
          </a:xfrm>
        </p:spPr>
        <p:txBody>
          <a:bodyPr>
            <a:normAutofit/>
          </a:bodyPr>
          <a:lstStyle/>
          <a:p>
            <a:r>
              <a:rPr lang="en-US" sz="3100" dirty="0"/>
              <a:t>The Hallmarks of cancer define alternations to cell physiology</a:t>
            </a:r>
            <a:endParaRPr lang="en-US" sz="1800" b="1" i="1" dirty="0">
              <a:solidFill>
                <a:srgbClr val="FF0000"/>
              </a:solidFill>
              <a:highlight>
                <a:srgbClr val="FFFF00"/>
              </a:highlight>
            </a:endParaRPr>
          </a:p>
        </p:txBody>
      </p:sp>
      <p:sp>
        <p:nvSpPr>
          <p:cNvPr id="2" name="Slide Number Placeholder 1">
            <a:extLst>
              <a:ext uri="{FF2B5EF4-FFF2-40B4-BE49-F238E27FC236}">
                <a16:creationId xmlns:a16="http://schemas.microsoft.com/office/drawing/2014/main" id="{2A5EDC13-EF57-4DE7-73EF-E9881C9B8A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E47D07-9D1E-4FE9-B31A-2F5863681021}" type="slidenum">
              <a:rPr kumimoji="0" lang="en-GB" sz="1050" b="0" i="0" u="none" strike="noStrike" kern="1200" cap="none" spc="0" normalizeH="0" baseline="0" noProof="0" smtClean="0">
                <a:ln>
                  <a:noFill/>
                </a:ln>
                <a:solidFill>
                  <a:srgbClr val="3F4444"/>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
        <p:nvSpPr>
          <p:cNvPr id="7" name="Date Placeholder 3">
            <a:extLst>
              <a:ext uri="{FF2B5EF4-FFF2-40B4-BE49-F238E27FC236}">
                <a16:creationId xmlns:a16="http://schemas.microsoft.com/office/drawing/2014/main" id="{8E125DFD-0137-6E06-6BA2-B270BB74758A}"/>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3F4444"/>
                </a:solidFill>
                <a:effectLst/>
                <a:uLnTx/>
                <a:uFillTx/>
                <a:latin typeface="Calibri"/>
                <a:ea typeface="+mn-ea"/>
                <a:cs typeface="+mn-cs"/>
              </a:rPr>
              <a:t>21Aug2025</a:t>
            </a:r>
          </a:p>
        </p:txBody>
      </p:sp>
      <p:pic>
        <p:nvPicPr>
          <p:cNvPr id="4" name="Picture 3">
            <a:extLst>
              <a:ext uri="{FF2B5EF4-FFF2-40B4-BE49-F238E27FC236}">
                <a16:creationId xmlns:a16="http://schemas.microsoft.com/office/drawing/2014/main" id="{CA299B0C-53CA-41B3-C3BA-C4B283A6C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23" y="848274"/>
            <a:ext cx="4070679" cy="4361627"/>
          </a:xfrm>
          <a:prstGeom prst="rect">
            <a:avLst/>
          </a:prstGeom>
        </p:spPr>
      </p:pic>
      <p:sp>
        <p:nvSpPr>
          <p:cNvPr id="5" name="TextBox 4">
            <a:extLst>
              <a:ext uri="{FF2B5EF4-FFF2-40B4-BE49-F238E27FC236}">
                <a16:creationId xmlns:a16="http://schemas.microsoft.com/office/drawing/2014/main" id="{0E123700-6C81-C53B-B4A8-6CB2D133E72E}"/>
              </a:ext>
            </a:extLst>
          </p:cNvPr>
          <p:cNvSpPr txBox="1"/>
          <p:nvPr/>
        </p:nvSpPr>
        <p:spPr>
          <a:xfrm>
            <a:off x="426203" y="5548977"/>
            <a:ext cx="4015821" cy="692497"/>
          </a:xfrm>
          <a:prstGeom prst="rect">
            <a:avLst/>
          </a:prstGeom>
          <a:noFill/>
        </p:spPr>
        <p:txBody>
          <a:bodyPr wrap="square" lIns="0" tIns="0" rIns="0" bIns="0" rtlCol="0">
            <a:spAutoFit/>
          </a:bodyPr>
          <a:lstStyle/>
          <a:p>
            <a:pPr>
              <a:buClr>
                <a:schemeClr val="tx1"/>
              </a:buClr>
            </a:pPr>
            <a:r>
              <a:rPr lang="en-GB" sz="1500">
                <a:hlinkClick r:id="" action="ppaction://noaction"/>
              </a:rPr>
              <a:t>Hanahan et al, Cell, 2000</a:t>
            </a:r>
            <a:r>
              <a:rPr lang="en-GB" sz="1500"/>
              <a:t>: “</a:t>
            </a:r>
            <a:r>
              <a:rPr lang="en-GB" sz="1500" i="1"/>
              <a:t>We suggest that […] cancer […] is a manifestation of six </a:t>
            </a:r>
            <a:r>
              <a:rPr lang="en-GB" sz="1500" i="1">
                <a:solidFill>
                  <a:schemeClr val="tx1">
                    <a:lumMod val="75000"/>
                  </a:schemeClr>
                </a:solidFill>
              </a:rPr>
              <a:t>essential</a:t>
            </a:r>
            <a:r>
              <a:rPr lang="en-GB" sz="1500" i="1">
                <a:solidFill>
                  <a:srgbClr val="FF0000"/>
                </a:solidFill>
              </a:rPr>
              <a:t> </a:t>
            </a:r>
            <a:r>
              <a:rPr lang="en-GB" sz="1500" b="1" i="1">
                <a:solidFill>
                  <a:srgbClr val="FF0000"/>
                </a:solidFill>
              </a:rPr>
              <a:t>alterations in cell physiology</a:t>
            </a:r>
            <a:r>
              <a:rPr lang="en-GB" sz="1500"/>
              <a:t>”</a:t>
            </a:r>
          </a:p>
        </p:txBody>
      </p:sp>
      <p:pic>
        <p:nvPicPr>
          <p:cNvPr id="8" name="Picture 7">
            <a:extLst>
              <a:ext uri="{FF2B5EF4-FFF2-40B4-BE49-F238E27FC236}">
                <a16:creationId xmlns:a16="http://schemas.microsoft.com/office/drawing/2014/main" id="{69986684-255F-2B62-DE91-DED6531555AE}"/>
              </a:ext>
            </a:extLst>
          </p:cNvPr>
          <p:cNvPicPr>
            <a:picLocks noChangeAspect="1"/>
          </p:cNvPicPr>
          <p:nvPr/>
        </p:nvPicPr>
        <p:blipFill>
          <a:blip r:embed="rId4"/>
          <a:stretch>
            <a:fillRect/>
          </a:stretch>
        </p:blipFill>
        <p:spPr>
          <a:xfrm>
            <a:off x="3928929" y="514994"/>
            <a:ext cx="4575137" cy="3142319"/>
          </a:xfrm>
          <a:prstGeom prst="rect">
            <a:avLst/>
          </a:prstGeom>
        </p:spPr>
      </p:pic>
      <p:pic>
        <p:nvPicPr>
          <p:cNvPr id="10" name="Picture 9">
            <a:extLst>
              <a:ext uri="{FF2B5EF4-FFF2-40B4-BE49-F238E27FC236}">
                <a16:creationId xmlns:a16="http://schemas.microsoft.com/office/drawing/2014/main" id="{E13A7346-30F4-2BFD-4DCE-3797297D5384}"/>
              </a:ext>
            </a:extLst>
          </p:cNvPr>
          <p:cNvPicPr>
            <a:picLocks noChangeAspect="1"/>
          </p:cNvPicPr>
          <p:nvPr/>
        </p:nvPicPr>
        <p:blipFill>
          <a:blip r:embed="rId5"/>
          <a:stretch>
            <a:fillRect/>
          </a:stretch>
        </p:blipFill>
        <p:spPr>
          <a:xfrm>
            <a:off x="4856874" y="3685583"/>
            <a:ext cx="2719246" cy="2609430"/>
          </a:xfrm>
          <a:prstGeom prst="rect">
            <a:avLst/>
          </a:prstGeom>
        </p:spPr>
      </p:pic>
      <p:sp>
        <p:nvSpPr>
          <p:cNvPr id="9" name="TextBox 8">
            <a:extLst>
              <a:ext uri="{FF2B5EF4-FFF2-40B4-BE49-F238E27FC236}">
                <a16:creationId xmlns:a16="http://schemas.microsoft.com/office/drawing/2014/main" id="{4FDF9B41-59A7-9358-6068-115DB4BE19C6}"/>
              </a:ext>
            </a:extLst>
          </p:cNvPr>
          <p:cNvSpPr txBox="1"/>
          <p:nvPr/>
        </p:nvSpPr>
        <p:spPr>
          <a:xfrm>
            <a:off x="4570982" y="6323283"/>
            <a:ext cx="7555727" cy="246221"/>
          </a:xfrm>
          <a:prstGeom prst="rect">
            <a:avLst/>
          </a:prstGeom>
          <a:noFill/>
        </p:spPr>
        <p:txBody>
          <a:bodyPr wrap="square">
            <a:spAutoFit/>
          </a:bodyPr>
          <a:lstStyle/>
          <a:p>
            <a:r>
              <a:rPr lang="en-GB" sz="1000">
                <a:hlinkClick r:id="rId6"/>
              </a:rPr>
              <a:t>https://aacrjournals.org/cancerdiscovery/article/12/1/31/675608/Hallmarks-of-Cancer-New-DimensionsHallmarks-of</a:t>
            </a:r>
            <a:endParaRPr lang="en-GB" sz="1000"/>
          </a:p>
        </p:txBody>
      </p:sp>
      <p:sp>
        <p:nvSpPr>
          <p:cNvPr id="6" name="TextBox 5">
            <a:extLst>
              <a:ext uri="{FF2B5EF4-FFF2-40B4-BE49-F238E27FC236}">
                <a16:creationId xmlns:a16="http://schemas.microsoft.com/office/drawing/2014/main" id="{901226B5-F37E-FFF7-60FF-FE6E50A5A4D4}"/>
              </a:ext>
            </a:extLst>
          </p:cNvPr>
          <p:cNvSpPr txBox="1"/>
          <p:nvPr/>
        </p:nvSpPr>
        <p:spPr>
          <a:xfrm>
            <a:off x="8348845" y="1148375"/>
            <a:ext cx="3622643" cy="4561249"/>
          </a:xfrm>
          <a:prstGeom prst="rect">
            <a:avLst/>
          </a:prstGeom>
          <a:noFill/>
        </p:spPr>
        <p:txBody>
          <a:bodyPr wrap="square" rtlCol="0">
            <a:spAutoFit/>
          </a:bodyPr>
          <a:lstStyle/>
          <a:p>
            <a:pPr marL="285750" indent="-285750" algn="l">
              <a:lnSpc>
                <a:spcPct val="90000"/>
              </a:lnSpc>
              <a:spcAft>
                <a:spcPts val="600"/>
              </a:spcAft>
              <a:buFont typeface="Arial" panose="020B0604020202020204" pitchFamily="34" charset="0"/>
              <a:buChar char="•"/>
            </a:pPr>
            <a:r>
              <a:rPr lang="en-GB" b="1"/>
              <a:t>Cancer was recognised in the 20</a:t>
            </a:r>
            <a:r>
              <a:rPr lang="en-GB" b="1" baseline="30000"/>
              <a:t>th</a:t>
            </a:r>
            <a:r>
              <a:rPr lang="en-GB" b="1"/>
              <a:t> century as resulting from multiple DNA alternations</a:t>
            </a:r>
            <a:r>
              <a:rPr lang="en-GB"/>
              <a:t>, including mutations and epigenetic alterations </a:t>
            </a:r>
          </a:p>
          <a:p>
            <a:pPr marL="285750" indent="-285750">
              <a:lnSpc>
                <a:spcPct val="90000"/>
              </a:lnSpc>
              <a:spcAft>
                <a:spcPts val="600"/>
              </a:spcAft>
              <a:buFont typeface="Arial" panose="020B0604020202020204" pitchFamily="34" charset="0"/>
              <a:buChar char="•"/>
            </a:pPr>
            <a:r>
              <a:rPr lang="en-GB" b="1"/>
              <a:t>The Hallmarks of Cancer research in the 21</a:t>
            </a:r>
            <a:r>
              <a:rPr lang="en-GB" b="1" baseline="30000"/>
              <a:t>st</a:t>
            </a:r>
            <a:r>
              <a:rPr lang="en-GB" b="1"/>
              <a:t> century expanded to characterising cancer’s functional traits</a:t>
            </a:r>
            <a:r>
              <a:rPr lang="en-GB"/>
              <a:t>, to </a:t>
            </a:r>
          </a:p>
          <a:p>
            <a:pPr marL="742950" lvl="1" indent="-285750">
              <a:lnSpc>
                <a:spcPct val="90000"/>
              </a:lnSpc>
              <a:spcAft>
                <a:spcPts val="600"/>
              </a:spcAft>
              <a:buFont typeface="Courier New" panose="02070309020205020404" pitchFamily="49" charset="0"/>
              <a:buChar char="o"/>
            </a:pPr>
            <a:r>
              <a:rPr lang="en-GB"/>
              <a:t>identify biological processes consistent with emerging gene ontology pathways and</a:t>
            </a:r>
          </a:p>
          <a:p>
            <a:pPr marL="742950" lvl="1" indent="-285750">
              <a:lnSpc>
                <a:spcPct val="90000"/>
              </a:lnSpc>
              <a:spcAft>
                <a:spcPts val="600"/>
              </a:spcAft>
              <a:buFont typeface="Courier New" panose="02070309020205020404" pitchFamily="49" charset="0"/>
              <a:buChar char="o"/>
            </a:pPr>
            <a:r>
              <a:rPr lang="en-GB" b="1"/>
              <a:t>identify multiple drug targets able to be hit together by combining medicines to achieve synergistic efficacy effects </a:t>
            </a:r>
          </a:p>
        </p:txBody>
      </p:sp>
      <p:sp>
        <p:nvSpPr>
          <p:cNvPr id="11" name="TextBox 10">
            <a:extLst>
              <a:ext uri="{FF2B5EF4-FFF2-40B4-BE49-F238E27FC236}">
                <a16:creationId xmlns:a16="http://schemas.microsoft.com/office/drawing/2014/main" id="{1311826A-C52D-452E-4BEE-A0DDEBEE89DB}"/>
              </a:ext>
            </a:extLst>
          </p:cNvPr>
          <p:cNvSpPr txBox="1"/>
          <p:nvPr/>
        </p:nvSpPr>
        <p:spPr>
          <a:xfrm>
            <a:off x="243840" y="2192357"/>
            <a:ext cx="713657" cy="667875"/>
          </a:xfrm>
          <a:prstGeom prst="rect">
            <a:avLst/>
          </a:prstGeom>
          <a:noFill/>
        </p:spPr>
        <p:txBody>
          <a:bodyPr wrap="none" rtlCol="0">
            <a:spAutoFit/>
          </a:bodyPr>
          <a:lstStyle/>
          <a:p>
            <a:pPr algn="l">
              <a:lnSpc>
                <a:spcPct val="90000"/>
              </a:lnSpc>
              <a:spcAft>
                <a:spcPts val="600"/>
              </a:spcAft>
            </a:pPr>
            <a:r>
              <a:rPr lang="en-GB" b="1"/>
              <a:t>2000</a:t>
            </a:r>
          </a:p>
          <a:p>
            <a:pPr algn="l">
              <a:lnSpc>
                <a:spcPct val="90000"/>
              </a:lnSpc>
              <a:spcAft>
                <a:spcPts val="600"/>
              </a:spcAft>
            </a:pPr>
            <a:r>
              <a:rPr lang="en-GB" b="1"/>
              <a:t>(N=6)</a:t>
            </a:r>
          </a:p>
        </p:txBody>
      </p:sp>
      <p:sp>
        <p:nvSpPr>
          <p:cNvPr id="12" name="TextBox 11">
            <a:extLst>
              <a:ext uri="{FF2B5EF4-FFF2-40B4-BE49-F238E27FC236}">
                <a16:creationId xmlns:a16="http://schemas.microsoft.com/office/drawing/2014/main" id="{45C08C25-2A4C-EF68-AB58-71B81DD4DE91}"/>
              </a:ext>
            </a:extLst>
          </p:cNvPr>
          <p:cNvSpPr txBox="1"/>
          <p:nvPr/>
        </p:nvSpPr>
        <p:spPr>
          <a:xfrm>
            <a:off x="4314519" y="1821240"/>
            <a:ext cx="830677" cy="667875"/>
          </a:xfrm>
          <a:prstGeom prst="rect">
            <a:avLst/>
          </a:prstGeom>
          <a:noFill/>
        </p:spPr>
        <p:txBody>
          <a:bodyPr wrap="none" rtlCol="0">
            <a:spAutoFit/>
          </a:bodyPr>
          <a:lstStyle/>
          <a:p>
            <a:pPr algn="l">
              <a:lnSpc>
                <a:spcPct val="90000"/>
              </a:lnSpc>
              <a:spcAft>
                <a:spcPts val="600"/>
              </a:spcAft>
            </a:pPr>
            <a:r>
              <a:rPr lang="en-GB" b="1"/>
              <a:t> 2011</a:t>
            </a:r>
          </a:p>
          <a:p>
            <a:pPr algn="l">
              <a:lnSpc>
                <a:spcPct val="90000"/>
              </a:lnSpc>
              <a:spcAft>
                <a:spcPts val="600"/>
              </a:spcAft>
            </a:pPr>
            <a:r>
              <a:rPr lang="en-GB" b="1"/>
              <a:t>(N=10)</a:t>
            </a:r>
          </a:p>
        </p:txBody>
      </p:sp>
      <p:sp>
        <p:nvSpPr>
          <p:cNvPr id="13" name="TextBox 12">
            <a:extLst>
              <a:ext uri="{FF2B5EF4-FFF2-40B4-BE49-F238E27FC236}">
                <a16:creationId xmlns:a16="http://schemas.microsoft.com/office/drawing/2014/main" id="{72771A43-F0E1-C8CF-31C2-50BC9E07FC2C}"/>
              </a:ext>
            </a:extLst>
          </p:cNvPr>
          <p:cNvSpPr txBox="1"/>
          <p:nvPr/>
        </p:nvSpPr>
        <p:spPr>
          <a:xfrm>
            <a:off x="4314518" y="4643212"/>
            <a:ext cx="830677" cy="667875"/>
          </a:xfrm>
          <a:prstGeom prst="rect">
            <a:avLst/>
          </a:prstGeom>
          <a:noFill/>
        </p:spPr>
        <p:txBody>
          <a:bodyPr wrap="none" rtlCol="0">
            <a:spAutoFit/>
          </a:bodyPr>
          <a:lstStyle/>
          <a:p>
            <a:pPr algn="l">
              <a:lnSpc>
                <a:spcPct val="90000"/>
              </a:lnSpc>
              <a:spcAft>
                <a:spcPts val="600"/>
              </a:spcAft>
            </a:pPr>
            <a:r>
              <a:rPr lang="en-GB" b="1"/>
              <a:t> 2022</a:t>
            </a:r>
          </a:p>
          <a:p>
            <a:pPr algn="l">
              <a:lnSpc>
                <a:spcPct val="90000"/>
              </a:lnSpc>
              <a:spcAft>
                <a:spcPts val="600"/>
              </a:spcAft>
            </a:pPr>
            <a:r>
              <a:rPr lang="en-GB" b="1"/>
              <a:t>(N=14)</a:t>
            </a:r>
          </a:p>
        </p:txBody>
      </p:sp>
    </p:spTree>
    <p:extLst>
      <p:ext uri="{BB962C8B-B14F-4D97-AF65-F5344CB8AC3E}">
        <p14:creationId xmlns:p14="http://schemas.microsoft.com/office/powerpoint/2010/main" val="385714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2291-418A-72A7-E1E6-B1634DD4D3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5139F2-9B39-1BBA-5F9B-B01516C3FF99}"/>
              </a:ext>
            </a:extLst>
          </p:cNvPr>
          <p:cNvSpPr>
            <a:spLocks noGrp="1"/>
          </p:cNvSpPr>
          <p:nvPr>
            <p:ph type="title"/>
          </p:nvPr>
        </p:nvSpPr>
        <p:spPr>
          <a:xfrm>
            <a:off x="243840" y="265664"/>
            <a:ext cx="11988006" cy="705430"/>
          </a:xfrm>
        </p:spPr>
        <p:txBody>
          <a:bodyPr>
            <a:normAutofit fontScale="90000"/>
          </a:bodyPr>
          <a:lstStyle/>
          <a:p>
            <a:r>
              <a:rPr lang="en-US" sz="3100" dirty="0"/>
              <a:t>Annotation of genes into Hallmarks bridges cell genetics and cell physiology</a:t>
            </a:r>
            <a:endParaRPr lang="en-US" sz="1800" b="1" i="1" dirty="0">
              <a:solidFill>
                <a:srgbClr val="FF0000"/>
              </a:solidFill>
            </a:endParaRPr>
          </a:p>
        </p:txBody>
      </p:sp>
      <p:sp>
        <p:nvSpPr>
          <p:cNvPr id="2" name="Slide Number Placeholder 1">
            <a:extLst>
              <a:ext uri="{FF2B5EF4-FFF2-40B4-BE49-F238E27FC236}">
                <a16:creationId xmlns:a16="http://schemas.microsoft.com/office/drawing/2014/main" id="{C3F20A7B-8168-1DDE-9097-8BC3F3F9F3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E47D07-9D1E-4FE9-B31A-2F5863681021}" type="slidenum">
              <a:rPr kumimoji="0" lang="en-GB" sz="1050" b="0" i="0" u="none" strike="noStrike" kern="1200" cap="none" spc="0" normalizeH="0" baseline="0" noProof="0" smtClean="0">
                <a:ln>
                  <a:noFill/>
                </a:ln>
                <a:solidFill>
                  <a:srgbClr val="3F4444"/>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
        <p:nvSpPr>
          <p:cNvPr id="7" name="Date Placeholder 3">
            <a:extLst>
              <a:ext uri="{FF2B5EF4-FFF2-40B4-BE49-F238E27FC236}">
                <a16:creationId xmlns:a16="http://schemas.microsoft.com/office/drawing/2014/main" id="{89CFCFE4-0B6E-5D39-C28E-961E83AC94CA}"/>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pic>
        <p:nvPicPr>
          <p:cNvPr id="10" name="Picture 9">
            <a:extLst>
              <a:ext uri="{FF2B5EF4-FFF2-40B4-BE49-F238E27FC236}">
                <a16:creationId xmlns:a16="http://schemas.microsoft.com/office/drawing/2014/main" id="{F64F3EF2-C1B2-CCC0-7EE1-46915BD8936E}"/>
              </a:ext>
            </a:extLst>
          </p:cNvPr>
          <p:cNvPicPr>
            <a:picLocks noChangeAspect="1"/>
          </p:cNvPicPr>
          <p:nvPr/>
        </p:nvPicPr>
        <p:blipFill>
          <a:blip r:embed="rId3"/>
          <a:stretch>
            <a:fillRect/>
          </a:stretch>
        </p:blipFill>
        <p:spPr>
          <a:xfrm>
            <a:off x="387061" y="1217035"/>
            <a:ext cx="3700199" cy="2530823"/>
          </a:xfrm>
          <a:prstGeom prst="rect">
            <a:avLst/>
          </a:prstGeom>
        </p:spPr>
      </p:pic>
      <p:pic>
        <p:nvPicPr>
          <p:cNvPr id="12" name="Picture 11">
            <a:extLst>
              <a:ext uri="{FF2B5EF4-FFF2-40B4-BE49-F238E27FC236}">
                <a16:creationId xmlns:a16="http://schemas.microsoft.com/office/drawing/2014/main" id="{6F44EC24-4618-34E9-5C0B-276B72C68A39}"/>
              </a:ext>
            </a:extLst>
          </p:cNvPr>
          <p:cNvPicPr>
            <a:picLocks noChangeAspect="1"/>
          </p:cNvPicPr>
          <p:nvPr/>
        </p:nvPicPr>
        <p:blipFill>
          <a:blip r:embed="rId4"/>
          <a:stretch>
            <a:fillRect/>
          </a:stretch>
        </p:blipFill>
        <p:spPr>
          <a:xfrm>
            <a:off x="387061" y="3378463"/>
            <a:ext cx="4341658" cy="2145030"/>
          </a:xfrm>
          <a:prstGeom prst="rect">
            <a:avLst/>
          </a:prstGeom>
        </p:spPr>
      </p:pic>
      <p:sp>
        <p:nvSpPr>
          <p:cNvPr id="4" name="TextBox 3">
            <a:extLst>
              <a:ext uri="{FF2B5EF4-FFF2-40B4-BE49-F238E27FC236}">
                <a16:creationId xmlns:a16="http://schemas.microsoft.com/office/drawing/2014/main" id="{D76F470F-3ABA-D8AA-96F9-6BDD6ECF8C95}"/>
              </a:ext>
            </a:extLst>
          </p:cNvPr>
          <p:cNvSpPr txBox="1"/>
          <p:nvPr/>
        </p:nvSpPr>
        <p:spPr>
          <a:xfrm>
            <a:off x="103372" y="5640965"/>
            <a:ext cx="11985256" cy="590931"/>
          </a:xfrm>
          <a:prstGeom prst="rect">
            <a:avLst/>
          </a:prstGeom>
          <a:noFill/>
        </p:spPr>
        <p:txBody>
          <a:bodyPr wrap="square" rtlCol="0">
            <a:spAutoFit/>
          </a:bodyPr>
          <a:lstStyle/>
          <a:p>
            <a:pPr marL="285750" indent="-285750" algn="l">
              <a:lnSpc>
                <a:spcPct val="90000"/>
              </a:lnSpc>
              <a:spcAft>
                <a:spcPts val="600"/>
              </a:spcAft>
              <a:buFont typeface="Arial" panose="020B0604020202020204" pitchFamily="34" charset="0"/>
              <a:buChar char="•"/>
            </a:pPr>
            <a:r>
              <a:rPr lang="en-GB" b="1" dirty="0"/>
              <a:t>Annotation = Connecting the cancer Hallmarks to their underlying genetic determinants resulted in the first partial annotations of genes </a:t>
            </a:r>
            <a:r>
              <a:rPr lang="en-GB" dirty="0"/>
              <a:t>which expression (or lack thereof) contributes to one of more of the 10 2011 Hallmarks.  </a:t>
            </a:r>
          </a:p>
        </p:txBody>
      </p:sp>
      <p:sp>
        <p:nvSpPr>
          <p:cNvPr id="8" name="TextBox 7">
            <a:extLst>
              <a:ext uri="{FF2B5EF4-FFF2-40B4-BE49-F238E27FC236}">
                <a16:creationId xmlns:a16="http://schemas.microsoft.com/office/drawing/2014/main" id="{937A62B0-3C93-D290-8E34-1799747F19E2}"/>
              </a:ext>
            </a:extLst>
          </p:cNvPr>
          <p:cNvSpPr txBox="1"/>
          <p:nvPr/>
        </p:nvSpPr>
        <p:spPr>
          <a:xfrm>
            <a:off x="1530064" y="2886161"/>
            <a:ext cx="6110868" cy="246221"/>
          </a:xfrm>
          <a:prstGeom prst="rect">
            <a:avLst/>
          </a:prstGeom>
          <a:noFill/>
        </p:spPr>
        <p:txBody>
          <a:bodyPr wrap="square">
            <a:spAutoFit/>
          </a:bodyPr>
          <a:lstStyle/>
          <a:p>
            <a:r>
              <a:rPr lang="en-GB" sz="1000" b="0" i="0" u="none" strike="noStrike" baseline="0">
                <a:solidFill>
                  <a:srgbClr val="0000FF"/>
                </a:solidFill>
                <a:latin typeface="ArialUnicodeMS"/>
                <a:hlinkClick r:id="rId5"/>
              </a:rPr>
              <a:t>https://doi.org/10.1016/j.jpha.2024.101065</a:t>
            </a:r>
            <a:endParaRPr lang="en-GB" sz="1000"/>
          </a:p>
        </p:txBody>
      </p:sp>
      <p:pic>
        <p:nvPicPr>
          <p:cNvPr id="5" name="Picture 4" descr="A barcode with text&#10;&#10;Description automatically generated with medium confidence">
            <a:extLst>
              <a:ext uri="{FF2B5EF4-FFF2-40B4-BE49-F238E27FC236}">
                <a16:creationId xmlns:a16="http://schemas.microsoft.com/office/drawing/2014/main" id="{F817055A-3966-CDFC-5D9C-BFC8D1BA61D3}"/>
              </a:ext>
            </a:extLst>
          </p:cNvPr>
          <p:cNvPicPr>
            <a:picLocks noChangeAspect="1"/>
          </p:cNvPicPr>
          <p:nvPr/>
        </p:nvPicPr>
        <p:blipFill>
          <a:blip r:embed="rId6">
            <a:extLst>
              <a:ext uri="{28A0092B-C50C-407E-A947-70E740481C1C}">
                <a14:useLocalDpi xmlns:a14="http://schemas.microsoft.com/office/drawing/2010/main" val="0"/>
              </a:ext>
            </a:extLst>
          </a:blip>
          <a:srcRect l="2227"/>
          <a:stretch/>
        </p:blipFill>
        <p:spPr>
          <a:xfrm>
            <a:off x="5063076" y="1088566"/>
            <a:ext cx="6626947" cy="4327569"/>
          </a:xfrm>
          <a:prstGeom prst="rect">
            <a:avLst/>
          </a:prstGeom>
        </p:spPr>
      </p:pic>
      <p:sp>
        <p:nvSpPr>
          <p:cNvPr id="9" name="TextBox 8">
            <a:extLst>
              <a:ext uri="{FF2B5EF4-FFF2-40B4-BE49-F238E27FC236}">
                <a16:creationId xmlns:a16="http://schemas.microsoft.com/office/drawing/2014/main" id="{6D4EEF54-FDB1-4E9A-F4CD-8A608B8719ED}"/>
              </a:ext>
            </a:extLst>
          </p:cNvPr>
          <p:cNvSpPr txBox="1"/>
          <p:nvPr/>
        </p:nvSpPr>
        <p:spPr>
          <a:xfrm>
            <a:off x="1513736" y="3082610"/>
            <a:ext cx="6115050" cy="276999"/>
          </a:xfrm>
          <a:prstGeom prst="rect">
            <a:avLst/>
          </a:prstGeom>
          <a:noFill/>
        </p:spPr>
        <p:txBody>
          <a:bodyPr wrap="square">
            <a:spAutoFit/>
          </a:bodyPr>
          <a:lstStyle/>
          <a:p>
            <a:r>
              <a:rPr lang="en-GB" sz="1200" dirty="0">
                <a:hlinkClick r:id="rId7"/>
              </a:rPr>
              <a:t>https://cancerhallmarks.com/</a:t>
            </a:r>
            <a:endParaRPr lang="en-GB" sz="1200" dirty="0"/>
          </a:p>
        </p:txBody>
      </p:sp>
    </p:spTree>
    <p:extLst>
      <p:ext uri="{BB962C8B-B14F-4D97-AF65-F5344CB8AC3E}">
        <p14:creationId xmlns:p14="http://schemas.microsoft.com/office/powerpoint/2010/main" val="231986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2B230C-BC3D-4517-20FD-483EC97B11BA}"/>
              </a:ext>
            </a:extLst>
          </p:cNvPr>
          <p:cNvSpPr>
            <a:spLocks noGrp="1"/>
          </p:cNvSpPr>
          <p:nvPr>
            <p:ph type="body" sz="quarter" idx="111"/>
          </p:nvPr>
        </p:nvSpPr>
        <p:spPr/>
        <p:txBody>
          <a:bodyPr/>
          <a:lstStyle/>
          <a:p>
            <a:r>
              <a:rPr lang="en-US" sz="1000"/>
              <a:t>The Cancer Genome Atlas Research Network. </a:t>
            </a:r>
            <a:r>
              <a:rPr lang="en-US" sz="1000" i="1"/>
              <a:t>The Cancer Genome Atlas Pan-Cancer analysis project.</a:t>
            </a:r>
            <a:r>
              <a:rPr lang="en-US" sz="1000"/>
              <a:t> </a:t>
            </a:r>
            <a:r>
              <a:rPr lang="en-US" sz="1000" b="1"/>
              <a:t>Nat Genet. 45, 1113–1120 (2013).</a:t>
            </a:r>
            <a:r>
              <a:rPr lang="en-US" sz="1000"/>
              <a:t> https://</a:t>
            </a:r>
            <a:r>
              <a:rPr lang="en-US" sz="1000" err="1"/>
              <a:t>doi.org</a:t>
            </a:r>
            <a:r>
              <a:rPr lang="en-US" sz="1000"/>
              <a:t>/10.1038/ng.2764</a:t>
            </a:r>
          </a:p>
          <a:p>
            <a:endParaRPr lang="en-US"/>
          </a:p>
        </p:txBody>
      </p:sp>
      <p:sp>
        <p:nvSpPr>
          <p:cNvPr id="4" name="Slide Number Placeholder 3">
            <a:extLst>
              <a:ext uri="{FF2B5EF4-FFF2-40B4-BE49-F238E27FC236}">
                <a16:creationId xmlns:a16="http://schemas.microsoft.com/office/drawing/2014/main" id="{25028963-D6ED-D98C-58F3-02ED68100AFC}"/>
              </a:ext>
            </a:extLst>
          </p:cNvPr>
          <p:cNvSpPr>
            <a:spLocks noGrp="1"/>
          </p:cNvSpPr>
          <p:nvPr>
            <p:ph type="sldNum" sz="quarter" idx="12"/>
          </p:nvPr>
        </p:nvSpPr>
        <p:spPr/>
        <p:txBody>
          <a:bodyPr/>
          <a:lstStyle/>
          <a:p>
            <a:fld id="{F8E47D07-9D1E-4FE9-B31A-2F5863681021}" type="slidenum">
              <a:rPr lang="en-GB" smtClean="0"/>
              <a:pPr/>
              <a:t>4</a:t>
            </a:fld>
            <a:endParaRPr lang="en-GB"/>
          </a:p>
        </p:txBody>
      </p:sp>
      <p:sp>
        <p:nvSpPr>
          <p:cNvPr id="5" name="Title 4">
            <a:extLst>
              <a:ext uri="{FF2B5EF4-FFF2-40B4-BE49-F238E27FC236}">
                <a16:creationId xmlns:a16="http://schemas.microsoft.com/office/drawing/2014/main" id="{F568CBB1-0016-0236-3F93-85D92771CC0E}"/>
              </a:ext>
            </a:extLst>
          </p:cNvPr>
          <p:cNvSpPr>
            <a:spLocks noGrp="1"/>
          </p:cNvSpPr>
          <p:nvPr>
            <p:ph type="title"/>
          </p:nvPr>
        </p:nvSpPr>
        <p:spPr/>
        <p:txBody>
          <a:bodyPr/>
          <a:lstStyle/>
          <a:p>
            <a:r>
              <a:rPr lang="en-US" dirty="0"/>
              <a:t>Motivating example: the TCGA COAD dataset</a:t>
            </a:r>
          </a:p>
        </p:txBody>
      </p:sp>
      <p:sp>
        <p:nvSpPr>
          <p:cNvPr id="6" name="Date Placeholder 3">
            <a:extLst>
              <a:ext uri="{FF2B5EF4-FFF2-40B4-BE49-F238E27FC236}">
                <a16:creationId xmlns:a16="http://schemas.microsoft.com/office/drawing/2014/main" id="{AD886AE7-9735-AECB-F88F-80D3668BA8FD}"/>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
        <p:nvSpPr>
          <p:cNvPr id="9" name="TextBox 8">
            <a:extLst>
              <a:ext uri="{FF2B5EF4-FFF2-40B4-BE49-F238E27FC236}">
                <a16:creationId xmlns:a16="http://schemas.microsoft.com/office/drawing/2014/main" id="{7BAAEB37-C820-8873-131D-3462C7A154AB}"/>
              </a:ext>
            </a:extLst>
          </p:cNvPr>
          <p:cNvSpPr txBox="1"/>
          <p:nvPr/>
        </p:nvSpPr>
        <p:spPr>
          <a:xfrm>
            <a:off x="892040" y="1248391"/>
            <a:ext cx="10407919" cy="3877985"/>
          </a:xfrm>
          <a:prstGeom prst="rect">
            <a:avLst/>
          </a:prstGeom>
          <a:noFill/>
        </p:spPr>
        <p:txBody>
          <a:bodyPr wrap="square">
            <a:spAutoFit/>
          </a:bodyPr>
          <a:lstStyle/>
          <a:p>
            <a:pPr>
              <a:buNone/>
            </a:pPr>
            <a:r>
              <a:rPr lang="en-US" sz="2400" b="1" dirty="0"/>
              <a:t>The Cancer Genome Atlas (TCGA) Data</a:t>
            </a:r>
          </a:p>
          <a:p>
            <a:pPr>
              <a:buNone/>
            </a:pPr>
            <a:endParaRPr lang="en-US" sz="1000" b="1" dirty="0"/>
          </a:p>
          <a:p>
            <a:pPr>
              <a:buFont typeface="Arial" panose="020B0604020202020204" pitchFamily="34" charset="0"/>
              <a:buChar char="•"/>
            </a:pPr>
            <a:r>
              <a:rPr lang="en-US" sz="2400" dirty="0"/>
              <a:t> TCGA is a large NIH/NCI initiative that collected </a:t>
            </a:r>
            <a:r>
              <a:rPr lang="en-US" sz="2400" b="1" dirty="0"/>
              <a:t>molecular and clinical profiles</a:t>
            </a:r>
            <a:r>
              <a:rPr lang="en-US" sz="2400" dirty="0"/>
              <a:t> from thousands of patients across multiple cancer types.</a:t>
            </a:r>
          </a:p>
          <a:p>
            <a:endParaRPr lang="en-US" sz="1000" dirty="0"/>
          </a:p>
          <a:p>
            <a:pPr>
              <a:buFont typeface="Arial" panose="020B0604020202020204" pitchFamily="34" charset="0"/>
              <a:buChar char="•"/>
            </a:pPr>
            <a:r>
              <a:rPr lang="en-US" sz="2400" dirty="0"/>
              <a:t> For </a:t>
            </a:r>
            <a:r>
              <a:rPr lang="en-US" sz="2400" b="1" dirty="0"/>
              <a:t>Colorectal Adenocarcinoma (COAD)</a:t>
            </a:r>
            <a:r>
              <a:rPr lang="en-US" sz="2400" dirty="0"/>
              <a:t>, TCGA provides (N~450 subjects):</a:t>
            </a:r>
          </a:p>
          <a:p>
            <a:pPr marL="742950" lvl="1" indent="-285750">
              <a:buFont typeface="Arial" panose="020B0604020202020204" pitchFamily="34" charset="0"/>
              <a:buChar char="•"/>
            </a:pPr>
            <a:r>
              <a:rPr lang="en-US" sz="2400" dirty="0"/>
              <a:t>RNA-seq (FPKM) expression profiles</a:t>
            </a:r>
          </a:p>
          <a:p>
            <a:pPr marL="742950" lvl="1" indent="-285750">
              <a:buFont typeface="Arial" panose="020B0604020202020204" pitchFamily="34" charset="0"/>
              <a:buChar char="•"/>
            </a:pPr>
            <a:r>
              <a:rPr lang="en-US" sz="2400" dirty="0"/>
              <a:t>Mutation calls</a:t>
            </a:r>
          </a:p>
          <a:p>
            <a:pPr marL="742950" lvl="1" indent="-285750">
              <a:buFont typeface="Arial" panose="020B0604020202020204" pitchFamily="34" charset="0"/>
              <a:buChar char="•"/>
            </a:pPr>
            <a:r>
              <a:rPr lang="en-US" sz="2400" dirty="0"/>
              <a:t>Clinical &amp; survival information (stage, primary site, disease type, outcome)</a:t>
            </a:r>
          </a:p>
          <a:p>
            <a:pPr marL="742950" lvl="1"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400" b="1" u="sng" dirty="0"/>
              <a:t>In this project we developed models and code for </a:t>
            </a:r>
            <a:r>
              <a:rPr lang="en-US" sz="2400" b="1" u="sng" dirty="0" err="1"/>
              <a:t>analysing</a:t>
            </a:r>
            <a:r>
              <a:rPr lang="en-US" sz="2400" b="1" u="sng" dirty="0"/>
              <a:t> the TCGA COAD data using survival regression embedding the Hallmarks of cancer annotation</a:t>
            </a:r>
          </a:p>
        </p:txBody>
      </p:sp>
    </p:spTree>
    <p:extLst>
      <p:ext uri="{BB962C8B-B14F-4D97-AF65-F5344CB8AC3E}">
        <p14:creationId xmlns:p14="http://schemas.microsoft.com/office/powerpoint/2010/main" val="1009385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F6AE-1192-4A5C-2FF8-81DF01C9A754}"/>
              </a:ext>
            </a:extLst>
          </p:cNvPr>
          <p:cNvSpPr>
            <a:spLocks noGrp="1"/>
          </p:cNvSpPr>
          <p:nvPr>
            <p:ph type="title"/>
          </p:nvPr>
        </p:nvSpPr>
        <p:spPr>
          <a:xfrm>
            <a:off x="765075" y="222677"/>
            <a:ext cx="11673481" cy="1007427"/>
          </a:xfrm>
        </p:spPr>
        <p:txBody>
          <a:bodyPr>
            <a:normAutofit/>
          </a:bodyPr>
          <a:lstStyle/>
          <a:p>
            <a:r>
              <a:rPr lang="en-GB" dirty="0"/>
              <a:t>Cox survival regression of Hallmark annotated data</a:t>
            </a:r>
            <a:r>
              <a:rPr lang="en-US" dirty="0"/>
              <a:t> </a:t>
            </a:r>
            <a:endParaRPr lang="en-GB" dirty="0"/>
          </a:p>
        </p:txBody>
      </p:sp>
      <p:sp>
        <p:nvSpPr>
          <p:cNvPr id="3" name="Slide Number Placeholder 2">
            <a:extLst>
              <a:ext uri="{FF2B5EF4-FFF2-40B4-BE49-F238E27FC236}">
                <a16:creationId xmlns:a16="http://schemas.microsoft.com/office/drawing/2014/main" id="{3D5A54B4-D8E7-F5F8-B1F5-0E51157E0E9B}"/>
              </a:ext>
            </a:extLst>
          </p:cNvPr>
          <p:cNvSpPr>
            <a:spLocks noGrp="1"/>
          </p:cNvSpPr>
          <p:nvPr>
            <p:ph type="sldNum" sz="quarter" idx="12"/>
          </p:nvPr>
        </p:nvSpPr>
        <p:spPr/>
        <p:txBody>
          <a:bodyPr/>
          <a:lstStyle/>
          <a:p>
            <a:fld id="{F8E47D07-9D1E-4FE9-B31A-2F5863681021}" type="slidenum">
              <a:rPr lang="en-GB" smtClean="0"/>
              <a:pPr/>
              <a:t>5</a:t>
            </a:fld>
            <a:endParaRPr lang="en-GB"/>
          </a:p>
        </p:txBody>
      </p:sp>
      <p:sp>
        <p:nvSpPr>
          <p:cNvPr id="5" name="Date Placeholder 4">
            <a:extLst>
              <a:ext uri="{FF2B5EF4-FFF2-40B4-BE49-F238E27FC236}">
                <a16:creationId xmlns:a16="http://schemas.microsoft.com/office/drawing/2014/main" id="{974BFA39-C4BF-2E97-4ED5-7FC37FF16120}"/>
              </a:ext>
            </a:extLst>
          </p:cNvPr>
          <p:cNvSpPr>
            <a:spLocks noGrp="1"/>
          </p:cNvSpPr>
          <p:nvPr>
            <p:ph type="dt" sz="half" idx="10"/>
          </p:nvPr>
        </p:nvSpPr>
        <p:spPr/>
        <p:txBody>
          <a:bodyPr/>
          <a:lstStyle/>
          <a:p>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3E9812-4688-F227-F8B3-2CF1770782A0}"/>
                  </a:ext>
                </a:extLst>
              </p:cNvPr>
              <p:cNvSpPr txBox="1"/>
              <p:nvPr/>
            </p:nvSpPr>
            <p:spPr>
              <a:xfrm>
                <a:off x="137187" y="856427"/>
                <a:ext cx="9559703" cy="4251918"/>
              </a:xfrm>
              <a:prstGeom prst="rect">
                <a:avLst/>
              </a:prstGeom>
              <a:noFill/>
            </p:spPr>
            <p:txBody>
              <a:bodyPr wrap="none" lIns="0" tIns="0" rIns="0" bIns="0" rtlCol="0">
                <a:noAutofit/>
              </a:bodyPr>
              <a:lstStyle/>
              <a:p>
                <a:r>
                  <a:rPr lang="en-US" sz="2400" b="1" dirty="0">
                    <a:solidFill>
                      <a:srgbClr val="000000"/>
                    </a:solidFill>
                    <a:latin typeface="Times New Roman" panose="02020603050405020304" pitchFamily="18" charset="0"/>
                    <a:cs typeface="Times New Roman" panose="02020603050405020304" pitchFamily="18" charset="0"/>
                  </a:rPr>
                  <a:t>Survival Predictors:</a:t>
                </a:r>
              </a:p>
              <a:p>
                <a:r>
                  <a:rPr lang="en-US" sz="1000" b="1" dirty="0">
                    <a:solidFill>
                      <a:srgbClr val="000000"/>
                    </a:solidFill>
                    <a:latin typeface="Times New Roman" panose="02020603050405020304" pitchFamily="18" charset="0"/>
                    <a:cs typeface="Times New Roman" panose="02020603050405020304" pitchFamily="18" charset="0"/>
                  </a:rPr>
                  <a:t> </a:t>
                </a:r>
              </a:p>
              <a:p>
                <a14:m>
                  <m:oMath xmlns:m="http://schemas.openxmlformats.org/officeDocument/2006/math">
                    <m:r>
                      <a:rPr lang="en-GB" sz="2400" b="1" i="1">
                        <a:solidFill>
                          <a:srgbClr val="000000"/>
                        </a:solidFill>
                        <a:latin typeface="Cambria Math" panose="02040503050406030204" pitchFamily="18" charset="0"/>
                      </a:rPr>
                      <m:t>𝑿</m:t>
                    </m:r>
                  </m:oMath>
                </a14:m>
                <a:r>
                  <a:rPr lang="en-GB" sz="24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a:rPr lang="en-GB" sz="2400" b="0" i="1" smtClean="0">
                        <a:solidFill>
                          <a:srgbClr val="000000"/>
                        </a:solidFill>
                        <a:latin typeface="Cambria Math" panose="02040503050406030204" pitchFamily="18" charset="0"/>
                        <a:cs typeface="Times New Roman" panose="02020603050405020304" pitchFamily="18" charset="0"/>
                      </a:rPr>
                      <m:t>𝑁𝑥𝑁𝐺</m:t>
                    </m:r>
                  </m:oMath>
                </a14:m>
                <a:r>
                  <a:rPr lang="en-GB" sz="2400" dirty="0">
                    <a:solidFill>
                      <a:srgbClr val="000000"/>
                    </a:solidFill>
                    <a:latin typeface="Times New Roman" panose="02020603050405020304" pitchFamily="18" charset="0"/>
                    <a:cs typeface="Times New Roman" panose="02020603050405020304" pitchFamily="18" charset="0"/>
                  </a:rPr>
                  <a:t> baseline </a:t>
                </a:r>
                <a:r>
                  <a:rPr lang="en-GB" sz="2400" dirty="0" err="1">
                    <a:solidFill>
                      <a:srgbClr val="000000"/>
                    </a:solidFill>
                    <a:latin typeface="Times New Roman" panose="02020603050405020304" pitchFamily="18" charset="0"/>
                    <a:cs typeface="Times New Roman" panose="02020603050405020304" pitchFamily="18" charset="0"/>
                  </a:rPr>
                  <a:t>RNAseq</a:t>
                </a:r>
                <a:r>
                  <a:rPr lang="en-GB" sz="2400" dirty="0">
                    <a:solidFill>
                      <a:srgbClr val="000000"/>
                    </a:solidFill>
                    <a:latin typeface="Times New Roman" panose="02020603050405020304" pitchFamily="18" charset="0"/>
                    <a:cs typeface="Times New Roman" panose="02020603050405020304" pitchFamily="18" charset="0"/>
                  </a:rPr>
                  <a:t> expression </a:t>
                </a:r>
                <a:r>
                  <a:rPr lang="en-GB" sz="2400" i="1" dirty="0">
                    <a:solidFill>
                      <a:srgbClr val="000000"/>
                    </a:solidFill>
                    <a:latin typeface="Times New Roman" panose="02020603050405020304" pitchFamily="18" charset="0"/>
                    <a:cs typeface="Times New Roman" panose="02020603050405020304" pitchFamily="18" charset="0"/>
                  </a:rPr>
                  <a:t>(NG &gt;&gt; N)</a:t>
                </a:r>
                <a:endParaRPr lang="en-US" sz="2400" b="1" dirty="0">
                  <a:solidFill>
                    <a:srgbClr val="000000"/>
                  </a:solidFill>
                  <a:latin typeface="Times New Roman" panose="02020603050405020304" pitchFamily="18" charset="0"/>
                  <a:cs typeface="Times New Roman" panose="02020603050405020304" pitchFamily="18" charset="0"/>
                </a:endParaRPr>
              </a:p>
              <a:p>
                <a14:m>
                  <m:oMath xmlns:m="http://schemas.openxmlformats.org/officeDocument/2006/math">
                    <m:sSup>
                      <m:sSupPr>
                        <m:ctrlPr>
                          <a:rPr lang="ar-AE" sz="2400" b="1" i="1">
                            <a:latin typeface="Cambria Math" panose="02040503050406030204" pitchFamily="18" charset="0"/>
                          </a:rPr>
                        </m:ctrlPr>
                      </m:sSupPr>
                      <m:e>
                        <m:r>
                          <a:rPr lang="en-GB" sz="2400" b="1" i="1" smtClean="0">
                            <a:latin typeface="Cambria Math" panose="02040503050406030204" pitchFamily="18" charset="0"/>
                          </a:rPr>
                          <m:t>𝑯</m:t>
                        </m:r>
                      </m:e>
                      <m:sup>
                        <m:d>
                          <m:dPr>
                            <m:ctrlPr>
                              <a:rPr lang="ar-AE" sz="2400" b="1" i="1">
                                <a:latin typeface="Cambria Math" panose="02040503050406030204" pitchFamily="18" charset="0"/>
                              </a:rPr>
                            </m:ctrlPr>
                          </m:dPr>
                          <m:e>
                            <m:r>
                              <a:rPr lang="en-GB" sz="2400" b="1" i="1" smtClean="0">
                                <a:latin typeface="Cambria Math" panose="02040503050406030204" pitchFamily="18" charset="0"/>
                              </a:rPr>
                              <m:t>𝒘</m:t>
                            </m:r>
                          </m:e>
                        </m:d>
                      </m:sup>
                    </m:sSup>
                    <m:r>
                      <a:rPr lang="en-GB" sz="2400" b="1" i="1" smtClean="0">
                        <a:latin typeface="Cambria Math" panose="02040503050406030204" pitchFamily="18" charset="0"/>
                      </a:rPr>
                      <m:t>,</m:t>
                    </m:r>
                    <m:sSup>
                      <m:sSupPr>
                        <m:ctrlPr>
                          <a:rPr lang="ar-AE" sz="2400" b="1" i="1">
                            <a:latin typeface="Cambria Math" panose="02040503050406030204" pitchFamily="18" charset="0"/>
                          </a:rPr>
                        </m:ctrlPr>
                      </m:sSupPr>
                      <m:e>
                        <m:r>
                          <a:rPr lang="en-GB" sz="2400" b="1" i="1" smtClean="0">
                            <a:latin typeface="Cambria Math" panose="02040503050406030204" pitchFamily="18" charset="0"/>
                          </a:rPr>
                          <m:t>𝑯</m:t>
                        </m:r>
                      </m:e>
                      <m:sup>
                        <m:d>
                          <m:dPr>
                            <m:ctrlPr>
                              <a:rPr lang="ar-AE" sz="2400" b="1" i="1">
                                <a:latin typeface="Cambria Math" panose="02040503050406030204" pitchFamily="18" charset="0"/>
                              </a:rPr>
                            </m:ctrlPr>
                          </m:dPr>
                          <m:e>
                            <m:r>
                              <a:rPr lang="en-GB" sz="2400" b="1" i="1" smtClean="0">
                                <a:latin typeface="Cambria Math" panose="02040503050406030204" pitchFamily="18" charset="0"/>
                              </a:rPr>
                              <m:t>𝒎</m:t>
                            </m:r>
                          </m:e>
                        </m:d>
                      </m:sup>
                    </m:sSup>
                  </m:oMath>
                </a14:m>
                <a:r>
                  <a:rPr lang="en-US" sz="24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a:rPr lang="en-GB" sz="2400" b="0" i="1" smtClean="0">
                        <a:solidFill>
                          <a:srgbClr val="000000"/>
                        </a:solidFill>
                        <a:latin typeface="Cambria Math" panose="02040503050406030204" pitchFamily="18" charset="0"/>
                      </a:rPr>
                      <m:t>𝑁𝐺𝑥𝑁𝐻</m:t>
                    </m:r>
                  </m:oMath>
                </a14:m>
                <a:r>
                  <a:rPr lang="en-GB" sz="2400" dirty="0">
                    <a:solidFill>
                      <a:srgbClr val="000000"/>
                    </a:solidFill>
                  </a:rPr>
                  <a:t> </a:t>
                </a:r>
                <a:r>
                  <a:rPr lang="en-GB" sz="2400" dirty="0">
                    <a:solidFill>
                      <a:srgbClr val="000000"/>
                    </a:solidFill>
                    <a:latin typeface="Times New Roman" panose="02020603050405020304" pitchFamily="18" charset="0"/>
                    <a:cs typeface="Times New Roman" panose="02020603050405020304" pitchFamily="18" charset="0"/>
                  </a:rPr>
                  <a:t>mapping of wild type/mutant </a:t>
                </a:r>
                <a:r>
                  <a:rPr lang="en-GB" sz="2400" dirty="0" err="1">
                    <a:solidFill>
                      <a:srgbClr val="000000"/>
                    </a:solidFill>
                    <a:latin typeface="Times New Roman" panose="02020603050405020304" pitchFamily="18" charset="0"/>
                    <a:cs typeface="Times New Roman" panose="02020603050405020304" pitchFamily="18" charset="0"/>
                  </a:rPr>
                  <a:t>RNAseq</a:t>
                </a:r>
                <a:r>
                  <a:rPr lang="en-GB" sz="2400" dirty="0">
                    <a:solidFill>
                      <a:srgbClr val="000000"/>
                    </a:solidFill>
                    <a:latin typeface="Times New Roman" panose="02020603050405020304" pitchFamily="18" charset="0"/>
                    <a:cs typeface="Times New Roman" panose="02020603050405020304" pitchFamily="18" charset="0"/>
                  </a:rPr>
                  <a:t> into </a:t>
                </a:r>
                <a:r>
                  <a:rPr lang="en-GB" sz="2400" i="1" dirty="0">
                    <a:solidFill>
                      <a:srgbClr val="000000"/>
                    </a:solidFill>
                    <a:latin typeface="Times New Roman" panose="02020603050405020304" pitchFamily="18" charset="0"/>
                    <a:cs typeface="Times New Roman" panose="02020603050405020304" pitchFamily="18" charset="0"/>
                  </a:rPr>
                  <a:t>NH &lt;&lt; N &lt;&lt; NG </a:t>
                </a:r>
                <a:r>
                  <a:rPr lang="en-GB" sz="2400" dirty="0">
                    <a:solidFill>
                      <a:srgbClr val="000000"/>
                    </a:solidFill>
                    <a:latin typeface="Times New Roman" panose="02020603050405020304" pitchFamily="18" charset="0"/>
                    <a:cs typeface="Times New Roman" panose="02020603050405020304" pitchFamily="18" charset="0"/>
                  </a:rPr>
                  <a:t>Hallmarks</a:t>
                </a:r>
                <a:endParaRPr lang="en-GB" sz="2400" dirty="0"/>
              </a:p>
              <a:p>
                <a14:m>
                  <m:oMath xmlns:m="http://schemas.openxmlformats.org/officeDocument/2006/math">
                    <m:sSup>
                      <m:sSupPr>
                        <m:ctrlPr>
                          <a:rPr lang="ar-AE" sz="2400" b="1" i="1">
                            <a:latin typeface="Cambria Math" panose="02040503050406030204" pitchFamily="18" charset="0"/>
                          </a:rPr>
                        </m:ctrlPr>
                      </m:sSupPr>
                      <m:e>
                        <m:r>
                          <a:rPr lang="en-GB" sz="2400" b="1" i="1" smtClean="0">
                            <a:latin typeface="Cambria Math" panose="02040503050406030204" pitchFamily="18" charset="0"/>
                          </a:rPr>
                          <m:t>𝑪</m:t>
                        </m:r>
                      </m:e>
                      <m:sup>
                        <m:d>
                          <m:dPr>
                            <m:ctrlPr>
                              <a:rPr lang="ar-AE" sz="2400" b="1" i="1">
                                <a:latin typeface="Cambria Math" panose="02040503050406030204" pitchFamily="18" charset="0"/>
                              </a:rPr>
                            </m:ctrlPr>
                          </m:dPr>
                          <m:e>
                            <m:r>
                              <a:rPr lang="en-GB" sz="2400" b="1" i="1">
                                <a:latin typeface="Cambria Math" panose="02040503050406030204" pitchFamily="18" charset="0"/>
                              </a:rPr>
                              <m:t>𝒘</m:t>
                            </m:r>
                          </m:e>
                        </m:d>
                      </m:sup>
                    </m:sSup>
                    <m:r>
                      <a:rPr lang="en-GB" sz="2400" b="1" i="1">
                        <a:latin typeface="Cambria Math" panose="02040503050406030204" pitchFamily="18" charset="0"/>
                      </a:rPr>
                      <m:t>,</m:t>
                    </m:r>
                    <m:sSup>
                      <m:sSupPr>
                        <m:ctrlPr>
                          <a:rPr lang="ar-AE" sz="2400" b="1" i="1">
                            <a:latin typeface="Cambria Math" panose="02040503050406030204" pitchFamily="18" charset="0"/>
                          </a:rPr>
                        </m:ctrlPr>
                      </m:sSupPr>
                      <m:e>
                        <m:r>
                          <a:rPr lang="en-GB" sz="2400" b="1" i="1" smtClean="0">
                            <a:latin typeface="Cambria Math" panose="02040503050406030204" pitchFamily="18" charset="0"/>
                          </a:rPr>
                          <m:t>𝑪</m:t>
                        </m:r>
                      </m:e>
                      <m:sup>
                        <m:d>
                          <m:dPr>
                            <m:ctrlPr>
                              <a:rPr lang="ar-AE" sz="2400" b="1" i="1">
                                <a:latin typeface="Cambria Math" panose="02040503050406030204" pitchFamily="18" charset="0"/>
                              </a:rPr>
                            </m:ctrlPr>
                          </m:dPr>
                          <m:e>
                            <m:r>
                              <a:rPr lang="en-GB" sz="2400" b="1" i="1">
                                <a:latin typeface="Cambria Math" panose="02040503050406030204" pitchFamily="18" charset="0"/>
                              </a:rPr>
                              <m:t>𝒎</m:t>
                            </m:r>
                          </m:e>
                        </m:d>
                      </m:sup>
                    </m:sSup>
                  </m:oMath>
                </a14:m>
                <a:r>
                  <a:rPr lang="en-US" sz="24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a:rPr lang="en-GB" sz="2400" b="1" i="1">
                        <a:solidFill>
                          <a:srgbClr val="000000"/>
                        </a:solidFill>
                        <a:latin typeface="Cambria Math" panose="02040503050406030204" pitchFamily="18" charset="0"/>
                      </a:rPr>
                      <m:t>𝑪</m:t>
                    </m:r>
                    <m:r>
                      <a:rPr lang="en-GB" sz="2400" b="1" i="1">
                        <a:solidFill>
                          <a:srgbClr val="000000"/>
                        </a:solidFill>
                        <a:latin typeface="Cambria Math" panose="02040503050406030204" pitchFamily="18" charset="0"/>
                      </a:rPr>
                      <m:t>:</m:t>
                    </m:r>
                    <m:r>
                      <a:rPr lang="en-GB" sz="2400" i="1">
                        <a:solidFill>
                          <a:srgbClr val="000000"/>
                        </a:solidFill>
                        <a:latin typeface="Cambria Math" panose="02040503050406030204" pitchFamily="18" charset="0"/>
                      </a:rPr>
                      <m:t>=</m:t>
                    </m:r>
                    <m:r>
                      <a:rPr lang="en-GB" sz="2400" b="1" i="1">
                        <a:solidFill>
                          <a:srgbClr val="000000"/>
                        </a:solidFill>
                        <a:latin typeface="Cambria Math" panose="02040503050406030204" pitchFamily="18" charset="0"/>
                      </a:rPr>
                      <m:t>𝑿</m:t>
                    </m:r>
                    <m:r>
                      <a:rPr lang="en-GB" sz="2400" b="1" i="1" smtClean="0">
                        <a:solidFill>
                          <a:srgbClr val="000000"/>
                        </a:solidFill>
                        <a:latin typeface="Cambria Math" panose="02040503050406030204" pitchFamily="18" charset="0"/>
                      </a:rPr>
                      <m:t>𝑯</m:t>
                    </m:r>
                  </m:oMath>
                </a14:m>
                <a:r>
                  <a:rPr lang="en-GB" sz="2400" dirty="0"/>
                  <a:t> </a:t>
                </a:r>
                <a:r>
                  <a:rPr lang="en-US" sz="2400" dirty="0">
                    <a:latin typeface="Times New Roman" panose="02020603050405020304" pitchFamily="18" charset="0"/>
                    <a:cs typeface="Times New Roman" panose="02020603050405020304" pitchFamily="18" charset="0"/>
                  </a:rPr>
                  <a:t>hallmark scores</a:t>
                </a:r>
                <a:r>
                  <a:rPr lang="en-GB" sz="2400" i="1" dirty="0">
                    <a:solidFill>
                      <a:srgbClr val="000000"/>
                    </a:solidFill>
                    <a:latin typeface="Cambria Math" panose="02040503050406030204" pitchFamily="18" charset="0"/>
                  </a:rPr>
                  <a:t>: </a:t>
                </a:r>
                <a14:m>
                  <m:oMath xmlns:m="http://schemas.openxmlformats.org/officeDocument/2006/math">
                    <m:r>
                      <a:rPr lang="en-GB" sz="2400" i="1">
                        <a:solidFill>
                          <a:srgbClr val="000000"/>
                        </a:solidFill>
                        <a:latin typeface="Cambria Math" panose="02040503050406030204" pitchFamily="18" charset="0"/>
                      </a:rPr>
                      <m:t>𝑁𝑥</m:t>
                    </m:r>
                    <m:r>
                      <a:rPr lang="en-GB" sz="2400" b="0" i="1" smtClean="0">
                        <a:solidFill>
                          <a:srgbClr val="000000"/>
                        </a:solidFill>
                        <a:latin typeface="Cambria Math" panose="02040503050406030204" pitchFamily="18" charset="0"/>
                      </a:rPr>
                      <m:t>𝑁𝐻</m:t>
                    </m:r>
                  </m:oMath>
                </a14:m>
                <a:r>
                  <a:rPr lang="en-GB" sz="2400" dirty="0"/>
                  <a:t> </a:t>
                </a:r>
                <a:r>
                  <a:rPr lang="en-GB" sz="2400" dirty="0">
                    <a:solidFill>
                      <a:srgbClr val="000000"/>
                    </a:solidFill>
                    <a:latin typeface="Times New Roman" panose="02020603050405020304" pitchFamily="18" charset="0"/>
                    <a:cs typeface="Times New Roman" panose="02020603050405020304" pitchFamily="18" charset="0"/>
                  </a:rPr>
                  <a:t>redundant sums of transcript-level </a:t>
                </a:r>
                <a:r>
                  <a:rPr lang="en-GB" sz="2400" dirty="0" err="1">
                    <a:solidFill>
                      <a:srgbClr val="000000"/>
                    </a:solidFill>
                    <a:latin typeface="Times New Roman" panose="02020603050405020304" pitchFamily="18" charset="0"/>
                    <a:cs typeface="Times New Roman" panose="02020603050405020304" pitchFamily="18" charset="0"/>
                  </a:rPr>
                  <a:t>RNAseq</a:t>
                </a:r>
                <a:endParaRPr lang="en-GB" sz="2400" dirty="0">
                  <a:solidFill>
                    <a:srgbClr val="000000"/>
                  </a:solidFill>
                  <a:latin typeface="Times New Roman" panose="02020603050405020304" pitchFamily="18" charset="0"/>
                  <a:cs typeface="Times New Roman" panose="02020603050405020304" pitchFamily="18" charset="0"/>
                </a:endParaRPr>
              </a:p>
              <a:p>
                <a14:m>
                  <m:oMath xmlns:m="http://schemas.openxmlformats.org/officeDocument/2006/math">
                    <m:sSup>
                      <m:sSupPr>
                        <m:ctrlPr>
                          <a:rPr lang="en-GB" sz="2400" b="1" i="1" smtClean="0">
                            <a:solidFill>
                              <a:srgbClr val="000000"/>
                            </a:solidFill>
                            <a:latin typeface="Cambria Math" panose="02040503050406030204" pitchFamily="18" charset="0"/>
                            <a:cs typeface="Times New Roman" panose="02020603050405020304" pitchFamily="18" charset="0"/>
                          </a:rPr>
                        </m:ctrlPr>
                      </m:sSupPr>
                      <m:e>
                        <m:r>
                          <a:rPr lang="en-GB" sz="2400" b="1" i="1" smtClean="0">
                            <a:solidFill>
                              <a:srgbClr val="000000"/>
                            </a:solidFill>
                            <a:latin typeface="Cambria Math" panose="02040503050406030204" pitchFamily="18" charset="0"/>
                            <a:cs typeface="Times New Roman" panose="02020603050405020304" pitchFamily="18" charset="0"/>
                          </a:rPr>
                          <m:t>𝑿</m:t>
                        </m:r>
                      </m:e>
                      <m:sup>
                        <m:r>
                          <a:rPr lang="en-GB" sz="2400" b="1" i="1" smtClean="0">
                            <a:solidFill>
                              <a:srgbClr val="000000"/>
                            </a:solidFill>
                            <a:latin typeface="Cambria Math" panose="02040503050406030204" pitchFamily="18" charset="0"/>
                            <a:cs typeface="Times New Roman" panose="02020603050405020304" pitchFamily="18" charset="0"/>
                          </a:rPr>
                          <m:t>(</m:t>
                        </m:r>
                        <m:r>
                          <a:rPr lang="en-GB" sz="2400" b="1" i="1" smtClean="0">
                            <a:solidFill>
                              <a:srgbClr val="000000"/>
                            </a:solidFill>
                            <a:latin typeface="Cambria Math" panose="02040503050406030204" pitchFamily="18" charset="0"/>
                            <a:cs typeface="Times New Roman" panose="02020603050405020304" pitchFamily="18" charset="0"/>
                          </a:rPr>
                          <m:t>𝒄𝒍𝒊𝒏</m:t>
                        </m:r>
                        <m:r>
                          <a:rPr lang="en-GB" sz="2400" b="1" i="1" smtClean="0">
                            <a:solidFill>
                              <a:srgbClr val="000000"/>
                            </a:solidFill>
                            <a:latin typeface="Cambria Math" panose="02040503050406030204" pitchFamily="18" charset="0"/>
                            <a:cs typeface="Times New Roman" panose="02020603050405020304" pitchFamily="18" charset="0"/>
                          </a:rPr>
                          <m:t>)</m:t>
                        </m:r>
                      </m:sup>
                    </m:sSup>
                  </m:oMath>
                </a14:m>
                <a:r>
                  <a:rPr lang="en-US" sz="24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a:rPr lang="en-GB" sz="2400" b="0" i="1" smtClean="0">
                        <a:solidFill>
                          <a:srgbClr val="000000"/>
                        </a:solidFill>
                        <a:latin typeface="Cambria Math" panose="02040503050406030204" pitchFamily="18" charset="0"/>
                        <a:cs typeface="Times New Roman" panose="02020603050405020304" pitchFamily="18" charset="0"/>
                      </a:rPr>
                      <m:t>𝑁𝑥𝑅</m:t>
                    </m:r>
                  </m:oMath>
                </a14:m>
                <a:r>
                  <a:rPr lang="en-US" sz="2400" dirty="0">
                    <a:solidFill>
                      <a:srgbClr val="000000"/>
                    </a:solidFill>
                    <a:latin typeface="Times New Roman" panose="02020603050405020304" pitchFamily="18" charset="0"/>
                    <a:cs typeface="Times New Roman" panose="02020603050405020304" pitchFamily="18" charset="0"/>
                  </a:rPr>
                  <a:t> clinical covariates (e.g. R=5: disease type, primary site, </a:t>
                </a:r>
                <a:r>
                  <a:rPr lang="en-US" sz="2400" dirty="0" err="1">
                    <a:solidFill>
                      <a:srgbClr val="000000"/>
                    </a:solidFill>
                    <a:latin typeface="Times New Roman" panose="02020603050405020304" pitchFamily="18" charset="0"/>
                    <a:cs typeface="Times New Roman" panose="02020603050405020304" pitchFamily="18" charset="0"/>
                  </a:rPr>
                  <a:t>sajcc</a:t>
                </a:r>
                <a:r>
                  <a:rPr lang="en-US" sz="2400" dirty="0">
                    <a:solidFill>
                      <a:srgbClr val="000000"/>
                    </a:solidFill>
                    <a:latin typeface="Times New Roman" panose="02020603050405020304" pitchFamily="18" charset="0"/>
                    <a:cs typeface="Times New Roman" panose="02020603050405020304" pitchFamily="18" charset="0"/>
                  </a:rPr>
                  <a:t> disease stage)</a:t>
                </a:r>
              </a:p>
              <a:p>
                <a:endParaRPr lang="en-US" sz="1000" b="1" dirty="0">
                  <a:solidFill>
                    <a:srgbClr val="000000"/>
                  </a:solidFill>
                  <a:latin typeface="Times New Roman" panose="02020603050405020304" pitchFamily="18" charset="0"/>
                  <a:cs typeface="Times New Roman" panose="02020603050405020304" pitchFamily="18" charset="0"/>
                </a:endParaRPr>
              </a:p>
              <a:p>
                <a:r>
                  <a:rPr lang="en-US" sz="2400" b="1" dirty="0">
                    <a:solidFill>
                      <a:srgbClr val="000000"/>
                    </a:solidFill>
                    <a:latin typeface="Times New Roman" panose="02020603050405020304" pitchFamily="18" charset="0"/>
                    <a:cs typeface="Times New Roman" panose="02020603050405020304" pitchFamily="18" charset="0"/>
                  </a:rPr>
                  <a:t>Cox PH regression model:</a:t>
                </a:r>
              </a:p>
              <a:p>
                <a:r>
                  <a:rPr lang="en-US" sz="2400" dirty="0">
                    <a:solidFill>
                      <a:srgbClr val="000000"/>
                    </a:solidFill>
                    <a:latin typeface="Times New Roman" panose="02020603050405020304" pitchFamily="18" charset="0"/>
                    <a:cs typeface="Times New Roman" panose="02020603050405020304" pitchFamily="18" charset="0"/>
                  </a:rPr>
                  <a:t>Hazard function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𝑡</m:t>
                        </m:r>
                      </m:e>
                    </m:d>
                    <m:r>
                      <m:rPr>
                        <m:nor/>
                      </m:rPr>
                      <a:rPr lang="ar-AE" sz="2400" i="1"/>
                      <m:t>  </m:t>
                    </m:r>
                    <m:r>
                      <a:rPr lang="ar-AE" sz="2400">
                        <a:latin typeface="Cambria Math" panose="02040503050406030204" pitchFamily="18" charset="0"/>
                      </a:rPr>
                      <m:t>=</m:t>
                    </m:r>
                    <m:r>
                      <m:rPr>
                        <m:nor/>
                      </m:rPr>
                      <a:rPr lang="ar-AE" sz="2400" i="1"/>
                      <m:t>  </m:t>
                    </m:r>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a:latin typeface="Cambria Math" panose="02040503050406030204" pitchFamily="18" charset="0"/>
                          </a:rPr>
                          <m:t>0</m:t>
                        </m:r>
                      </m:sub>
                    </m:sSub>
                    <m:d>
                      <m:dPr>
                        <m:ctrlPr>
                          <a:rPr lang="ar-AE" sz="2400" i="1">
                            <a:latin typeface="Cambria Math" panose="02040503050406030204" pitchFamily="18" charset="0"/>
                          </a:rPr>
                        </m:ctrlPr>
                      </m:dPr>
                      <m:e>
                        <m:r>
                          <a:rPr lang="ar-AE" sz="2400" i="1">
                            <a:latin typeface="Cambria Math" panose="02040503050406030204" pitchFamily="18" charset="0"/>
                          </a:rPr>
                          <m:t>𝑡</m:t>
                        </m:r>
                      </m:e>
                    </m:d>
                    <m:r>
                      <m:rPr>
                        <m:nor/>
                      </m:rPr>
                      <a:rPr lang="ar-AE" sz="2400" i="1"/>
                      <m:t> </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exp</m:t>
                        </m:r>
                      </m:fName>
                      <m:e>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r>
                          <m:rPr>
                            <m:nor/>
                          </m:rPr>
                          <a:rPr lang="ar-AE" sz="2400" dirty="0"/>
                          <m:t> </m:t>
                        </m:r>
                      </m:e>
                    </m:func>
                    <m:r>
                      <a:rPr lang="en-GB" sz="2400">
                        <a:latin typeface="Cambria Math" panose="020405030504060302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i="1">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𝑤</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𝑤</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i="1">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𝑋</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en-GB" sz="2400" i="1">
                                <a:latin typeface="Cambria Math" panose="02040503050406030204" pitchFamily="18" charset="0"/>
                              </a:rPr>
                              <m:t>𝑐𝑙𝑖𝑛</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oMath>
                </a14:m>
                <a:endParaRPr lang="en-US" sz="2400" b="1" dirty="0">
                  <a:solidFill>
                    <a:srgbClr val="000000"/>
                  </a:solidFill>
                  <a:latin typeface="Times New Roman" panose="02020603050405020304" pitchFamily="18" charset="0"/>
                  <a:cs typeface="Times New Roman" panose="02020603050405020304" pitchFamily="18" charset="0"/>
                </a:endParaRPr>
              </a:p>
              <a:p>
                <a:endParaRPr lang="en-US" sz="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Partial likelihood</a:t>
                </a:r>
                <a:r>
                  <a:rPr lang="en-US"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for estimating regression coefficients </a:t>
                </a:r>
                <a14:m>
                  <m:oMath xmlns:m="http://schemas.openxmlformats.org/officeDocument/2006/math">
                    <m:r>
                      <m:rPr>
                        <m:sty m:val="p"/>
                      </m:rPr>
                      <a:rPr lang="en-US" sz="2400" b="0" i="1">
                        <a:solidFill>
                          <a:srgbClr val="000000"/>
                        </a:solidFill>
                        <a:latin typeface="Cambria Math" panose="02040503050406030204" pitchFamily="18" charset="0"/>
                        <a:cs typeface="Times New Roman" panose="02020603050405020304" pitchFamily="18" charset="0"/>
                      </a:rPr>
                      <m:t>β</m:t>
                    </m:r>
                  </m:oMath>
                </a14:m>
                <a:r>
                  <a:rPr lang="en-US" sz="2400" dirty="0">
                    <a:solidFill>
                      <a:srgbClr val="000000"/>
                    </a:solidFill>
                    <a:latin typeface="Times New Roman" panose="02020603050405020304" pitchFamily="18" charset="0"/>
                    <a:cs typeface="Times New Roman" panose="02020603050405020304" pitchFamily="18" charset="0"/>
                  </a:rPr>
                  <a:t>:</a:t>
                </a:r>
              </a:p>
              <a:p>
                <a:endParaRPr lang="en-US" sz="1000" dirty="0">
                  <a:solidFill>
                    <a:srgbClr val="000000"/>
                  </a:solidFill>
                  <a:latin typeface="Times New Roman" panose="02020603050405020304" pitchFamily="18" charset="0"/>
                  <a:cs typeface="Times New Roman" panose="02020603050405020304" pitchFamily="18" charset="0"/>
                </a:endParaRPr>
              </a:p>
              <a:p>
                <a:pPr lvl="2"/>
                <a:r>
                  <a:rPr lang="en-GB" sz="2400" b="0" dirty="0">
                    <a:solidFill>
                      <a:srgbClr val="000000"/>
                    </a:solidFill>
                    <a:cs typeface="Times New Roman" panose="02020603050405020304" pitchFamily="18" charset="0"/>
                  </a:rPr>
                  <a:t>	                        </a:t>
                </a:r>
                <a14:m>
                  <m:oMath xmlns:m="http://schemas.openxmlformats.org/officeDocument/2006/math">
                    <m:r>
                      <a:rPr lang="en-GB" sz="2400" b="0" i="1" smtClean="0">
                        <a:solidFill>
                          <a:srgbClr val="000000"/>
                        </a:solidFill>
                        <a:latin typeface="Cambria Math" panose="02040503050406030204" pitchFamily="18" charset="0"/>
                        <a:cs typeface="Times New Roman" panose="02020603050405020304" pitchFamily="18" charset="0"/>
                      </a:rPr>
                      <m:t>𝐿</m:t>
                    </m:r>
                    <m:d>
                      <m:dPr>
                        <m:ctrlPr>
                          <a:rPr lang="en-GB" sz="2400" b="0" i="1" smtClean="0">
                            <a:solidFill>
                              <a:srgbClr val="000000"/>
                            </a:solidFill>
                            <a:latin typeface="Cambria Math" panose="02040503050406030204" pitchFamily="18" charset="0"/>
                            <a:cs typeface="Times New Roman" panose="02020603050405020304" pitchFamily="18" charset="0"/>
                          </a:rPr>
                        </m:ctrlPr>
                      </m:dPr>
                      <m:e>
                        <m:r>
                          <a:rPr lang="ar-AE" sz="2400" i="1">
                            <a:latin typeface="Cambria Math" panose="02040503050406030204" pitchFamily="18" charset="0"/>
                          </a:rPr>
                          <m:t>𝛽</m:t>
                        </m:r>
                      </m:e>
                    </m:d>
                    <m:r>
                      <a:rPr lang="en-GB" sz="2400" b="0" i="1" smtClean="0">
                        <a:latin typeface="Cambria Math" panose="02040503050406030204" pitchFamily="18" charset="0"/>
                      </a:rPr>
                      <m:t>=</m:t>
                    </m:r>
                    <m:nary>
                      <m:naryPr>
                        <m:chr m:val="∏"/>
                        <m:supHide m:val="on"/>
                        <m:ctrlPr>
                          <a:rPr lang="en-GB" sz="2400" b="0" i="1" smtClean="0">
                            <a:solidFill>
                              <a:schemeClr val="tx1"/>
                            </a:solidFill>
                            <a:latin typeface="Cambria Math" panose="02040503050406030204" pitchFamily="18" charset="0"/>
                          </a:rPr>
                        </m:ctrlPr>
                      </m:naryPr>
                      <m:sub>
                        <m:r>
                          <m:rPr>
                            <m:brk m:alnAt="7"/>
                          </m:rPr>
                          <a:rPr lang="en-GB" sz="2400" b="0" i="1" smtClean="0">
                            <a:solidFill>
                              <a:schemeClr val="tx1"/>
                            </a:solidFill>
                            <a:latin typeface="Cambria Math" panose="02040503050406030204" pitchFamily="18" charset="0"/>
                          </a:rPr>
                          <m:t>𝑖</m:t>
                        </m:r>
                      </m:sub>
                      <m:sup/>
                      <m:e>
                        <m:f>
                          <m:fPr>
                            <m:ctrlPr>
                              <a:rPr lang="en-GB" sz="2400" b="0" i="1" smtClean="0">
                                <a:solidFill>
                                  <a:schemeClr val="tx1"/>
                                </a:solidFill>
                                <a:latin typeface="Cambria Math" panose="02040503050406030204" pitchFamily="18" charset="0"/>
                              </a:rPr>
                            </m:ctrlPr>
                          </m:fPr>
                          <m:num>
                            <m:func>
                              <m:funcPr>
                                <m:ctrlPr>
                                  <a:rPr lang="en-GB" sz="2400" b="0" i="1" smtClean="0">
                                    <a:solidFill>
                                      <a:schemeClr val="tx1"/>
                                    </a:solidFill>
                                    <a:latin typeface="Cambria Math" panose="02040503050406030204" pitchFamily="18" charset="0"/>
                                  </a:rPr>
                                </m:ctrlPr>
                              </m:funcPr>
                              <m:fName>
                                <m:r>
                                  <m:rPr>
                                    <m:sty m:val="p"/>
                                  </m:rPr>
                                  <a:rPr lang="en-GB" sz="2400" b="0" i="0" smtClean="0">
                                    <a:solidFill>
                                      <a:schemeClr val="tx1"/>
                                    </a:solidFill>
                                    <a:latin typeface="Cambria Math" panose="02040503050406030204" pitchFamily="18" charset="0"/>
                                  </a:rPr>
                                  <m:t>exp</m:t>
                                </m:r>
                              </m:fName>
                              <m:e>
                                <m:r>
                                  <a:rPr lang="en-GB" sz="2400" b="0" i="1" smtClean="0">
                                    <a:solidFill>
                                      <a:schemeClr val="tx1"/>
                                    </a:solidFill>
                                    <a:latin typeface="Cambria Math" panose="02040503050406030204" pitchFamily="18" charset="0"/>
                                  </a:rPr>
                                  <m:t>(</m:t>
                                </m:r>
                                <m:sSub>
                                  <m:sSubPr>
                                    <m:ctrlPr>
                                      <a:rPr lang="ar-AE" sz="2400" i="1" smtClean="0">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𝜂</m:t>
                                    </m:r>
                                  </m:e>
                                  <m:sub>
                                    <m:r>
                                      <a:rPr lang="ar-AE" sz="2400" i="1">
                                        <a:solidFill>
                                          <a:schemeClr val="tx1"/>
                                        </a:solidFill>
                                        <a:latin typeface="Cambria Math" panose="02040503050406030204" pitchFamily="18" charset="0"/>
                                      </a:rPr>
                                      <m:t>𝑖</m:t>
                                    </m:r>
                                  </m:sub>
                                </m:sSub>
                                <m:r>
                                  <a:rPr lang="en-GB" sz="2400" b="0" i="1" smtClean="0">
                                    <a:solidFill>
                                      <a:schemeClr val="tx1"/>
                                    </a:solidFill>
                                    <a:latin typeface="Cambria Math" panose="02040503050406030204" pitchFamily="18" charset="0"/>
                                  </a:rPr>
                                  <m:t>)</m:t>
                                </m:r>
                              </m:e>
                            </m:func>
                          </m:num>
                          <m:den>
                            <m:nary>
                              <m:naryPr>
                                <m:chr m:val="∑"/>
                                <m:supHide m:val="on"/>
                                <m:ctrlPr>
                                  <a:rPr lang="en-GB" sz="2400" b="0" i="1" smtClean="0">
                                    <a:solidFill>
                                      <a:schemeClr val="tx1"/>
                                    </a:solidFill>
                                    <a:latin typeface="Cambria Math" panose="02040503050406030204" pitchFamily="18" charset="0"/>
                                  </a:rPr>
                                </m:ctrlPr>
                              </m:naryPr>
                              <m:sub>
                                <m:r>
                                  <m:rPr>
                                    <m:brk m:alnAt="7"/>
                                  </m:rPr>
                                  <a:rPr lang="en-GB" sz="2400" b="0" i="1" smtClean="0">
                                    <a:solidFill>
                                      <a:schemeClr val="tx1"/>
                                    </a:solidFill>
                                    <a:latin typeface="Cambria Math" panose="02040503050406030204" pitchFamily="18" charset="0"/>
                                  </a:rPr>
                                  <m:t>𝑗</m:t>
                                </m:r>
                                <m:r>
                                  <a:rPr lang="en-GB" sz="2400" b="0" i="1" smtClean="0">
                                    <a:solidFill>
                                      <a:schemeClr val="tx1"/>
                                    </a:solidFill>
                                    <a:latin typeface="Cambria Math" panose="02040503050406030204" pitchFamily="18" charset="0"/>
                                    <a:ea typeface="Cambria Math" panose="02040503050406030204" pitchFamily="18" charset="0"/>
                                  </a:rPr>
                                  <m:t>∈</m:t>
                                </m:r>
                                <m:r>
                                  <a:rPr lang="en-GB" sz="2400" b="0" i="1" smtClean="0">
                                    <a:solidFill>
                                      <a:schemeClr val="tx1"/>
                                    </a:solidFill>
                                    <a:latin typeface="Cambria Math" panose="02040503050406030204" pitchFamily="18" charset="0"/>
                                    <a:ea typeface="Cambria Math" panose="02040503050406030204" pitchFamily="18" charset="0"/>
                                  </a:rPr>
                                  <m:t>𝑅</m:t>
                                </m:r>
                                <m:r>
                                  <a:rPr lang="en-GB" sz="2400" b="0" i="1" smtClean="0">
                                    <a:solidFill>
                                      <a:schemeClr val="tx1"/>
                                    </a:solidFill>
                                    <a:latin typeface="Cambria Math" panose="02040503050406030204" pitchFamily="18" charset="0"/>
                                    <a:ea typeface="Cambria Math" panose="02040503050406030204" pitchFamily="18" charset="0"/>
                                  </a:rPr>
                                  <m:t>(</m:t>
                                </m:r>
                                <m:sSub>
                                  <m:sSubPr>
                                    <m:ctrlPr>
                                      <a:rPr lang="en-GB" sz="2400" b="0" i="1" smtClean="0">
                                        <a:solidFill>
                                          <a:schemeClr val="tx1"/>
                                        </a:solidFill>
                                        <a:latin typeface="Cambria Math" panose="02040503050406030204" pitchFamily="18" charset="0"/>
                                        <a:ea typeface="Cambria Math" panose="02040503050406030204" pitchFamily="18" charset="0"/>
                                      </a:rPr>
                                    </m:ctrlPr>
                                  </m:sSubPr>
                                  <m:e>
                                    <m:r>
                                      <m:rPr>
                                        <m:brk m:alnAt="7"/>
                                      </m:rPr>
                                      <a:rPr lang="en-GB" sz="2400" b="0" i="1" smtClean="0">
                                        <a:solidFill>
                                          <a:schemeClr val="tx1"/>
                                        </a:solidFill>
                                        <a:latin typeface="Cambria Math" panose="02040503050406030204" pitchFamily="18" charset="0"/>
                                        <a:ea typeface="Cambria Math" panose="02040503050406030204" pitchFamily="18" charset="0"/>
                                      </a:rPr>
                                      <m:t>𝑡</m:t>
                                    </m:r>
                                  </m:e>
                                  <m:sub>
                                    <m:r>
                                      <m:rPr>
                                        <m:brk m:alnAt="7"/>
                                      </m:rPr>
                                      <a:rPr lang="en-GB" sz="2400" b="0" i="1" smtClean="0">
                                        <a:solidFill>
                                          <a:schemeClr val="tx1"/>
                                        </a:solidFill>
                                        <a:latin typeface="Cambria Math" panose="02040503050406030204" pitchFamily="18" charset="0"/>
                                        <a:ea typeface="Cambria Math" panose="02040503050406030204" pitchFamily="18" charset="0"/>
                                      </a:rPr>
                                      <m:t>𝑖</m:t>
                                    </m:r>
                                  </m:sub>
                                </m:sSub>
                                <m:r>
                                  <m:rPr>
                                    <m:brk m:alnAt="7"/>
                                  </m:rPr>
                                  <a:rPr lang="en-GB" sz="2400" b="0" i="1" smtClean="0">
                                    <a:solidFill>
                                      <a:schemeClr val="tx1"/>
                                    </a:solidFill>
                                    <a:latin typeface="Cambria Math" panose="02040503050406030204" pitchFamily="18" charset="0"/>
                                    <a:ea typeface="Cambria Math" panose="02040503050406030204" pitchFamily="18" charset="0"/>
                                  </a:rPr>
                                  <m:t>)</m:t>
                                </m:r>
                              </m:sub>
                              <m:sup/>
                              <m:e>
                                <m:func>
                                  <m:funcPr>
                                    <m:ctrlPr>
                                      <a:rPr lang="en-GB" sz="2400" i="1">
                                        <a:solidFill>
                                          <a:schemeClr val="tx1"/>
                                        </a:solidFill>
                                        <a:latin typeface="Cambria Math" panose="02040503050406030204" pitchFamily="18" charset="0"/>
                                      </a:rPr>
                                    </m:ctrlPr>
                                  </m:funcPr>
                                  <m:fName>
                                    <m:r>
                                      <m:rPr>
                                        <m:sty m:val="p"/>
                                      </m:rPr>
                                      <a:rPr lang="en-GB" sz="2400">
                                        <a:solidFill>
                                          <a:schemeClr val="tx1"/>
                                        </a:solidFill>
                                        <a:latin typeface="Cambria Math" panose="02040503050406030204" pitchFamily="18" charset="0"/>
                                      </a:rPr>
                                      <m:t>exp</m:t>
                                    </m:r>
                                  </m:fName>
                                  <m:e>
                                    <m:r>
                                      <a:rPr lang="en-GB" sz="2400" i="1">
                                        <a:solidFill>
                                          <a:schemeClr val="tx1"/>
                                        </a:solidFill>
                                        <a:latin typeface="Cambria Math" panose="02040503050406030204" pitchFamily="18" charset="0"/>
                                      </a:rPr>
                                      <m:t>(</m:t>
                                    </m:r>
                                    <m:sSub>
                                      <m:sSubPr>
                                        <m:ctrlPr>
                                          <a:rPr lang="ar-AE" sz="2400" i="1" smtClean="0">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𝜂</m:t>
                                        </m:r>
                                      </m:e>
                                      <m:sub>
                                        <m:r>
                                          <a:rPr lang="en-GB" sz="2400" b="0" i="1" smtClean="0">
                                            <a:solidFill>
                                              <a:schemeClr val="tx1"/>
                                            </a:solidFill>
                                            <a:latin typeface="Cambria Math" panose="02040503050406030204" pitchFamily="18" charset="0"/>
                                          </a:rPr>
                                          <m:t>𝑗</m:t>
                                        </m:r>
                                      </m:sub>
                                    </m:sSub>
                                    <m:r>
                                      <a:rPr lang="en-GB" sz="2400" i="1">
                                        <a:solidFill>
                                          <a:schemeClr val="tx1"/>
                                        </a:solidFill>
                                        <a:latin typeface="Cambria Math" panose="02040503050406030204" pitchFamily="18" charset="0"/>
                                      </a:rPr>
                                      <m:t>)</m:t>
                                    </m:r>
                                  </m:e>
                                </m:func>
                              </m:e>
                            </m:nary>
                          </m:den>
                        </m:f>
                      </m:e>
                    </m:nary>
                    <m:r>
                      <m:rPr>
                        <m:nor/>
                      </m:rPr>
                      <a:rPr lang="ar-AE" sz="2400" i="1"/>
                      <m:t>  </m:t>
                    </m:r>
                  </m:oMath>
                </a14:m>
                <a:endParaRPr lang="en-GB" sz="2400" dirty="0"/>
              </a:p>
              <a:p>
                <a:pPr lvl="2"/>
                <a:endParaRPr lang="en-GB" sz="1000" dirty="0"/>
              </a:p>
              <a:p>
                <a:r>
                  <a:rPr lang="en-GB" sz="2400" b="1" dirty="0">
                    <a:latin typeface="Times New Roman" panose="02020603050405020304" pitchFamily="18" charset="0"/>
                    <a:cs typeface="Times New Roman" panose="02020603050405020304" pitchFamily="18" charset="0"/>
                  </a:rPr>
                  <a:t>Limitations of traditional Cox model formulation:</a:t>
                </a:r>
              </a:p>
              <a:p>
                <a:endParaRPr lang="en-GB" sz="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More robust model formulation to estimate Hallmarks effects (e.g. sparse regression)?</a:t>
                </a:r>
              </a:p>
              <a:p>
                <a:pPr marL="342900" indent="-3429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Different model formulation to estimate single genes &amp; Hallmarks effects? </a:t>
                </a:r>
                <a:endParaRPr lang="ar-AE" sz="2400" dirty="0">
                  <a:latin typeface="Times New Roman" panose="02020603050405020304" pitchFamily="18" charset="0"/>
                  <a:cs typeface="Times New Roman" panose="02020603050405020304" pitchFamily="18" charset="0"/>
                </a:endParaRPr>
              </a:p>
              <a:p>
                <a:endParaRPr lang="en-GB" sz="2400" b="1"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BB3E9812-4688-F227-F8B3-2CF1770782A0}"/>
                  </a:ext>
                </a:extLst>
              </p:cNvPr>
              <p:cNvSpPr txBox="1">
                <a:spLocks noRot="1" noChangeAspect="1" noMove="1" noResize="1" noEditPoints="1" noAdjustHandles="1" noChangeArrowheads="1" noChangeShapeType="1" noTextEdit="1"/>
              </p:cNvSpPr>
              <p:nvPr/>
            </p:nvSpPr>
            <p:spPr>
              <a:xfrm>
                <a:off x="137187" y="856427"/>
                <a:ext cx="9559703" cy="4251918"/>
              </a:xfrm>
              <a:prstGeom prst="rect">
                <a:avLst/>
              </a:prstGeom>
              <a:blipFill>
                <a:blip r:embed="rId2"/>
                <a:stretch>
                  <a:fillRect l="-1992" t="-2083" r="-24834" b="-3571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65A1D43-51B4-F51A-0002-E68DC15C3185}"/>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2393371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036B-5A14-55A2-2A9F-D402460B4B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E0F789-1262-2D20-A5B4-6280910199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E47D07-9D1E-4FE9-B31A-2F5863681021}" type="slidenum">
              <a:rPr kumimoji="0" lang="en-GB" sz="1050" b="0" i="0" u="none" strike="noStrike" kern="1200" cap="none" spc="0" normalizeH="0" baseline="0" noProof="0" smtClean="0">
                <a:ln>
                  <a:noFill/>
                </a:ln>
                <a:solidFill>
                  <a:srgbClr val="3F4444"/>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B619C2D-4F29-2440-49F4-DA9A9611B7C3}"/>
                  </a:ext>
                </a:extLst>
              </p:cNvPr>
              <p:cNvSpPr txBox="1"/>
              <p:nvPr/>
            </p:nvSpPr>
            <p:spPr>
              <a:xfrm>
                <a:off x="487680" y="1213046"/>
                <a:ext cx="6034305" cy="4803944"/>
              </a:xfrm>
              <a:prstGeom prst="rect">
                <a:avLst/>
              </a:prstGeom>
              <a:noFill/>
            </p:spPr>
            <p:txBody>
              <a:bodyPr wrap="square" rtlCol="0">
                <a:spAutoFit/>
              </a:bodyPr>
              <a:lstStyle/>
              <a:p>
                <a:pPr>
                  <a:lnSpc>
                    <a:spcPct val="90000"/>
                  </a:lnSpc>
                  <a:spcAft>
                    <a:spcPts val="600"/>
                  </a:spcAft>
                </a:pPr>
                <a:r>
                  <a:rPr lang="en-US" sz="2400" dirty="0">
                    <a:latin typeface="Times New Roman" panose="02020603050405020304" pitchFamily="18" charset="0"/>
                    <a:cs typeface="Times New Roman" panose="02020603050405020304" pitchFamily="18" charset="0"/>
                  </a:rPr>
                  <a:t>Suppose regression coefficients </a:t>
                </a:r>
                <a14:m>
                  <m:oMath xmlns:m="http://schemas.openxmlformats.org/officeDocument/2006/math">
                    <m:r>
                      <a:rPr lang="en-US" sz="2400" i="1">
                        <a:latin typeface="Cambria Math" panose="02040503050406030204" pitchFamily="18" charset="0"/>
                        <a:ea typeface="Cambria Math" panose="02040503050406030204" pitchFamily="18" charset="0"/>
                        <a:cs typeface="Times New Roman" panose="02020603050405020304" pitchFamily="18" charset="0"/>
                      </a:rPr>
                      <m:t>𝛽</m:t>
                    </m:r>
                    <m:r>
                      <a:rPr lang="en-US" sz="2400" i="1">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are believed to be </a:t>
                </a:r>
                <a:r>
                  <a:rPr lang="en-US" sz="2400" b="1" dirty="0">
                    <a:latin typeface="Times New Roman" panose="02020603050405020304" pitchFamily="18" charset="0"/>
                    <a:cs typeface="Times New Roman" panose="02020603050405020304" pitchFamily="18" charset="0"/>
                  </a:rPr>
                  <a:t>sparse</a:t>
                </a:r>
                <a:r>
                  <a:rPr lang="en-US" sz="2400" dirty="0">
                    <a:latin typeface="Times New Roman" panose="02020603050405020304" pitchFamily="18" charset="0"/>
                    <a:cs typeface="Times New Roman" panose="02020603050405020304" pitchFamily="18" charset="0"/>
                  </a:rPr>
                  <a:t> (most near zero, few large). </a:t>
                </a:r>
              </a:p>
              <a:p>
                <a:pPr>
                  <a:lnSpc>
                    <a:spcPct val="90000"/>
                  </a:lnSpc>
                  <a:spcAft>
                    <a:spcPts val="600"/>
                  </a:spcAft>
                </a:pPr>
                <a:br>
                  <a:rPr lang="en-US" sz="10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We place a hierarchical shrinkage prior:</a:t>
                </a:r>
              </a:p>
              <a:p>
                <a:pPr>
                  <a:lnSpc>
                    <a:spcPct val="90000"/>
                  </a:lnSpc>
                  <a:spcAft>
                    <a:spcPts val="600"/>
                  </a:spcAft>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d>
                      <m:dPr>
                        <m:endChr m:val="|"/>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e>
                    </m:d>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𝜆</m:t>
                        </m:r>
                      </m:e>
                      <m: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𝑁</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GB" sz="2400" i="1">
                            <a:latin typeface="Cambria Math" panose="02040503050406030204" pitchFamily="18" charset="0"/>
                            <a:ea typeface="Cambria Math" panose="02040503050406030204" pitchFamily="18" charset="0"/>
                            <a:cs typeface="Times New Roman" panose="02020603050405020304" pitchFamily="18" charset="0"/>
                          </a:rPr>
                          <m:t>𝜆</m:t>
                        </m:r>
                      </m:e>
                      <m:sub>
                        <m:r>
                          <a:rPr lang="en-GB" sz="2400" i="1">
                            <a:latin typeface="Cambria Math" panose="02040503050406030204" pitchFamily="18" charset="0"/>
                            <a:ea typeface="Cambria Math" panose="02040503050406030204" pitchFamily="18" charset="0"/>
                            <a:cs typeface="Times New Roman" panose="02020603050405020304" pitchFamily="18" charset="0"/>
                          </a:rPr>
                          <m:t>𝑖</m:t>
                        </m:r>
                      </m:sub>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bSup>
                    <m:sSup>
                      <m:s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i="1">
                            <a:latin typeface="Cambria Math" panose="02040503050406030204" pitchFamily="18" charset="0"/>
                            <a:ea typeface="Cambria Math" panose="02040503050406030204" pitchFamily="18" charset="0"/>
                            <a:cs typeface="Times New Roman" panose="02020603050405020304" pitchFamily="18" charset="0"/>
                          </a:rPr>
                          <m:t>𝜏</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p>
                <a:pPr>
                  <a:lnSpc>
                    <a:spcPct val="90000"/>
                  </a:lnSpc>
                  <a:spcAft>
                    <a:spcPts val="600"/>
                  </a:spcAft>
                </a:pPr>
                <a:r>
                  <a:rPr lang="en-US" sz="2400" dirty="0">
                    <a:latin typeface="Times New Roman" panose="02020603050405020304" pitchFamily="18" charset="0"/>
                    <a:cs typeface="Times New Roman" panose="02020603050405020304" pitchFamily="18" charset="0"/>
                  </a:rPr>
                  <a:t>	</a:t>
                </a:r>
                <a:r>
                  <a:rPr lang="en-GB" sz="2400" dirty="0">
                    <a:ea typeface="Cambria Math" panose="02040503050406030204" pitchFamily="18" charset="0"/>
                    <a:cs typeface="Times New Roman" panose="02020603050405020304" pitchFamily="18" charset="0"/>
                  </a:rPr>
                  <a:t> </a:t>
                </a:r>
                <a14:m>
                  <m:oMath xmlns:m="http://schemas.openxmlformats.org/officeDocument/2006/math">
                    <m:r>
                      <a:rPr lang="en-GB" sz="2400" i="1">
                        <a:latin typeface="Cambria Math" panose="02040503050406030204" pitchFamily="18" charset="0"/>
                        <a:ea typeface="Cambria Math" panose="02040503050406030204" pitchFamily="18" charset="0"/>
                        <a:cs typeface="Times New Roman" panose="02020603050405020304" pitchFamily="18" charset="0"/>
                      </a:rPr>
                      <m:t>𝜏</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 </m:t>
                    </m:r>
                    <m:sSup>
                      <m:sSup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𝐶</m:t>
                        </m:r>
                      </m:e>
                      <m:sup>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sup>
                    </m:sSup>
                    <m:d>
                      <m:d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e>
                    </m:d>
                  </m:oMath>
                </a14:m>
                <a:r>
                  <a:rPr lang="en-US" sz="2400" dirty="0">
                    <a:latin typeface="Times New Roman" panose="02020603050405020304" pitchFamily="18" charset="0"/>
                    <a:cs typeface="Times New Roman" panose="02020603050405020304" pitchFamily="18" charset="0"/>
                  </a:rPr>
                  <a:t> half-Cauchy distribution. </a:t>
                </a:r>
              </a:p>
              <a:p>
                <a:pPr>
                  <a:lnSpc>
                    <a:spcPct val="90000"/>
                  </a:lnSpc>
                  <a:spcAft>
                    <a:spcPts val="600"/>
                  </a:spcAft>
                </a:pPr>
                <a:endParaRPr lang="en-US" sz="1000" dirty="0">
                  <a:latin typeface="Times New Roman" panose="02020603050405020304" pitchFamily="18" charset="0"/>
                  <a:cs typeface="Times New Roman" panose="02020603050405020304" pitchFamily="18" charset="0"/>
                </a:endParaRPr>
              </a:p>
              <a:p>
                <a14:m>
                  <m:oMath xmlns:m="http://schemas.openxmlformats.org/officeDocument/2006/math">
                    <m:r>
                      <a:rPr lang="en-US" sz="2400" b="1" i="1">
                        <a:latin typeface="Cambria Math" panose="02040503050406030204" pitchFamily="18" charset="0"/>
                      </a:rPr>
                      <m:t>𝝉</m:t>
                    </m:r>
                  </m:oMath>
                </a14:m>
                <a:r>
                  <a:rPr lang="en-US" sz="2400" dirty="0"/>
                  <a:t>: 	</a:t>
                </a:r>
                <a:r>
                  <a:rPr lang="en-US" sz="2400" dirty="0">
                    <a:latin typeface="Times New Roman" panose="02020603050405020304" pitchFamily="18" charset="0"/>
                    <a:cs typeface="Times New Roman" panose="02020603050405020304" pitchFamily="18" charset="0"/>
                  </a:rPr>
                  <a:t>global shrinkage (overall sparsity level)</a:t>
                </a:r>
              </a:p>
              <a:p>
                <a14:m>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𝝀</m:t>
                        </m:r>
                      </m:e>
                      <m:sub>
                        <m:r>
                          <a:rPr lang="ar-AE" sz="2400" b="1" i="1">
                            <a:latin typeface="Cambria Math" panose="02040503050406030204" pitchFamily="18" charset="0"/>
                          </a:rPr>
                          <m:t>𝒊</m:t>
                        </m:r>
                      </m:sub>
                    </m:sSub>
                  </m:oMath>
                </a14:m>
                <a:r>
                  <a:rPr lang="en-GB" sz="2400" dirty="0"/>
                  <a:t>:</a:t>
                </a:r>
                <a:r>
                  <a:rPr lang="ar-AE" sz="2400" dirty="0"/>
                  <a:t> </a:t>
                </a:r>
                <a:r>
                  <a:rPr lang="en-GB" sz="2400" dirty="0"/>
                  <a:t>	</a:t>
                </a:r>
                <a:r>
                  <a:rPr lang="en-US" sz="2400" dirty="0">
                    <a:latin typeface="Times New Roman" panose="02020603050405020304" pitchFamily="18" charset="0"/>
                    <a:cs typeface="Times New Roman" panose="02020603050405020304" pitchFamily="18" charset="0"/>
                  </a:rPr>
                  <a:t>local shrinkage (allows individual 	coefficients to “escape”)</a:t>
                </a:r>
              </a:p>
              <a:p>
                <a:br>
                  <a:rPr lang="en-US" sz="10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prior acts as a likelihood penalty, shrinking unimportant coefficients strongly, while preserving large effects.</a:t>
                </a:r>
              </a:p>
            </p:txBody>
          </p:sp>
        </mc:Choice>
        <mc:Fallback xmlns="">
          <p:sp>
            <p:nvSpPr>
              <p:cNvPr id="7" name="TextBox 6">
                <a:extLst>
                  <a:ext uri="{FF2B5EF4-FFF2-40B4-BE49-F238E27FC236}">
                    <a16:creationId xmlns:a16="http://schemas.microsoft.com/office/drawing/2014/main" id="{0B619C2D-4F29-2440-49F4-DA9A9611B7C3}"/>
                  </a:ext>
                </a:extLst>
              </p:cNvPr>
              <p:cNvSpPr txBox="1">
                <a:spLocks noRot="1" noChangeAspect="1" noMove="1" noResize="1" noEditPoints="1" noAdjustHandles="1" noChangeArrowheads="1" noChangeShapeType="1" noTextEdit="1"/>
              </p:cNvSpPr>
              <p:nvPr/>
            </p:nvSpPr>
            <p:spPr>
              <a:xfrm>
                <a:off x="487680" y="1213046"/>
                <a:ext cx="6034305" cy="4803944"/>
              </a:xfrm>
              <a:prstGeom prst="rect">
                <a:avLst/>
              </a:prstGeom>
              <a:blipFill>
                <a:blip r:embed="rId3"/>
                <a:stretch>
                  <a:fillRect l="-1681" t="-1847" r="-210" b="-2111"/>
                </a:stretch>
              </a:blipFill>
            </p:spPr>
            <p:txBody>
              <a:bodyPr/>
              <a:lstStyle/>
              <a:p>
                <a:r>
                  <a:rPr lang="en-US">
                    <a:noFill/>
                  </a:rPr>
                  <a:t> </a:t>
                </a:r>
              </a:p>
            </p:txBody>
          </p:sp>
        </mc:Fallback>
      </mc:AlternateContent>
      <p:pic>
        <p:nvPicPr>
          <p:cNvPr id="5" name="Picture 4" descr="A graph of a function&#10;&#10;AI-generated content may be incorrect.">
            <a:extLst>
              <a:ext uri="{FF2B5EF4-FFF2-40B4-BE49-F238E27FC236}">
                <a16:creationId xmlns:a16="http://schemas.microsoft.com/office/drawing/2014/main" id="{679FF67C-E862-35E5-334D-EAE43ADA0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1985" y="1125032"/>
            <a:ext cx="5373866" cy="4607936"/>
          </a:xfrm>
          <a:prstGeom prst="rect">
            <a:avLst/>
          </a:prstGeom>
        </p:spPr>
      </p:pic>
      <p:sp>
        <p:nvSpPr>
          <p:cNvPr id="4" name="Date Placeholder 3">
            <a:extLst>
              <a:ext uri="{FF2B5EF4-FFF2-40B4-BE49-F238E27FC236}">
                <a16:creationId xmlns:a16="http://schemas.microsoft.com/office/drawing/2014/main" id="{51D04AD9-5184-0846-97AF-ACCC71042AE2}"/>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
        <p:nvSpPr>
          <p:cNvPr id="3" name="Title 2">
            <a:extLst>
              <a:ext uri="{FF2B5EF4-FFF2-40B4-BE49-F238E27FC236}">
                <a16:creationId xmlns:a16="http://schemas.microsoft.com/office/drawing/2014/main" id="{564BCB33-1693-B6F1-00C4-1561DFB9FA0C}"/>
              </a:ext>
            </a:extLst>
          </p:cNvPr>
          <p:cNvSpPr>
            <a:spLocks noGrp="1"/>
          </p:cNvSpPr>
          <p:nvPr>
            <p:ph type="title"/>
          </p:nvPr>
        </p:nvSpPr>
        <p:spPr>
          <a:xfrm>
            <a:off x="433766" y="335043"/>
            <a:ext cx="11988006" cy="705430"/>
          </a:xfrm>
        </p:spPr>
        <p:txBody>
          <a:bodyPr>
            <a:normAutofit/>
          </a:bodyPr>
          <a:lstStyle/>
          <a:p>
            <a:r>
              <a:rPr lang="en-US" sz="3100" dirty="0"/>
              <a:t>The Horseshoe prior induces sparsity in regression models</a:t>
            </a:r>
            <a:r>
              <a:rPr lang="en-US" sz="1800" dirty="0"/>
              <a:t> </a:t>
            </a:r>
            <a:endParaRPr lang="en-US" sz="1800" b="1" i="1" dirty="0">
              <a:solidFill>
                <a:srgbClr val="FF0000"/>
              </a:solidFill>
            </a:endParaRPr>
          </a:p>
        </p:txBody>
      </p:sp>
    </p:spTree>
    <p:extLst>
      <p:ext uri="{BB962C8B-B14F-4D97-AF65-F5344CB8AC3E}">
        <p14:creationId xmlns:p14="http://schemas.microsoft.com/office/powerpoint/2010/main" val="362500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CCD95-451F-3023-0FC8-6C1CAEE3E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F347B-33BE-D731-BDEE-DBCDE12D20A9}"/>
              </a:ext>
            </a:extLst>
          </p:cNvPr>
          <p:cNvSpPr>
            <a:spLocks noGrp="1"/>
          </p:cNvSpPr>
          <p:nvPr>
            <p:ph type="title"/>
          </p:nvPr>
        </p:nvSpPr>
        <p:spPr>
          <a:xfrm>
            <a:off x="487680" y="337691"/>
            <a:ext cx="11376025" cy="1007427"/>
          </a:xfrm>
        </p:spPr>
        <p:txBody>
          <a:bodyPr>
            <a:normAutofit/>
          </a:bodyPr>
          <a:lstStyle/>
          <a:p>
            <a:r>
              <a:rPr lang="en-GB" dirty="0"/>
              <a:t>Bayesian Horseshoe Cox regression model</a:t>
            </a:r>
          </a:p>
        </p:txBody>
      </p:sp>
      <p:sp>
        <p:nvSpPr>
          <p:cNvPr id="3" name="Slide Number Placeholder 2">
            <a:extLst>
              <a:ext uri="{FF2B5EF4-FFF2-40B4-BE49-F238E27FC236}">
                <a16:creationId xmlns:a16="http://schemas.microsoft.com/office/drawing/2014/main" id="{CA02D0FD-4602-1E70-039B-F15977455E08}"/>
              </a:ext>
            </a:extLst>
          </p:cNvPr>
          <p:cNvSpPr>
            <a:spLocks noGrp="1"/>
          </p:cNvSpPr>
          <p:nvPr>
            <p:ph type="sldNum" sz="quarter" idx="12"/>
          </p:nvPr>
        </p:nvSpPr>
        <p:spPr/>
        <p:txBody>
          <a:bodyPr/>
          <a:lstStyle/>
          <a:p>
            <a:fld id="{F8E47D07-9D1E-4FE9-B31A-2F5863681021}" type="slidenum">
              <a:rPr lang="en-GB" smtClean="0"/>
              <a:pPr/>
              <a:t>7</a:t>
            </a:fld>
            <a:endParaRPr lang="en-GB"/>
          </a:p>
        </p:txBody>
      </p:sp>
      <p:sp>
        <p:nvSpPr>
          <p:cNvPr id="5" name="Date Placeholder 4">
            <a:extLst>
              <a:ext uri="{FF2B5EF4-FFF2-40B4-BE49-F238E27FC236}">
                <a16:creationId xmlns:a16="http://schemas.microsoft.com/office/drawing/2014/main" id="{39EFA9FA-25F0-2C3F-569F-0403C1AE1EA2}"/>
              </a:ext>
            </a:extLst>
          </p:cNvPr>
          <p:cNvSpPr>
            <a:spLocks noGrp="1"/>
          </p:cNvSpPr>
          <p:nvPr>
            <p:ph type="dt" sz="half" idx="10"/>
          </p:nvPr>
        </p:nvSpPr>
        <p:spPr/>
        <p:txBody>
          <a:bodyPr/>
          <a:lstStyle/>
          <a:p>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8DE87B-46D1-4605-79A2-DC30EA9FE8D1}"/>
                  </a:ext>
                </a:extLst>
              </p:cNvPr>
              <p:cNvSpPr txBox="1"/>
              <p:nvPr/>
            </p:nvSpPr>
            <p:spPr>
              <a:xfrm>
                <a:off x="586271" y="1101479"/>
                <a:ext cx="8047620" cy="4251918"/>
              </a:xfrm>
              <a:prstGeom prst="rect">
                <a:avLst/>
              </a:prstGeom>
              <a:noFill/>
            </p:spPr>
            <p:txBody>
              <a:bodyPr wrap="none" lIns="0" tIns="0" rIns="0" bIns="0" rtlCol="0">
                <a:noAutofit/>
              </a:bodyPr>
              <a:lstStyle/>
              <a:p>
                <a:r>
                  <a:rPr lang="en-US" sz="2400" b="1" dirty="0">
                    <a:latin typeface="Times New Roman" panose="02020603050405020304" pitchFamily="18" charset="0"/>
                    <a:cs typeface="Times New Roman" panose="02020603050405020304" pitchFamily="18" charset="0"/>
                  </a:rPr>
                  <a:t>Likelihood, </a:t>
                </a:r>
                <a:r>
                  <a:rPr lang="en-US" sz="2400" dirty="0">
                    <a:latin typeface="Times New Roman" panose="02020603050405020304" pitchFamily="18" charset="0"/>
                    <a:cs typeface="Times New Roman" panose="02020603050405020304" pitchFamily="18" charset="0"/>
                  </a:rPr>
                  <a:t>from example 18 'Leuk' of BUGS Examples Version 0.5 Volume 1</a:t>
                </a:r>
              </a:p>
              <a:p>
                <a:r>
                  <a:rPr lang="en-GB" sz="2400" b="0" dirty="0">
                    <a:cs typeface="Times New Roman" panose="02020603050405020304" pitchFamily="18" charset="0"/>
                  </a:rPr>
                  <a:t>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𝑑</m:t>
                    </m:r>
                    <m:sSub>
                      <m:sSubPr>
                        <m:ctrlPr>
                          <a:rPr lang="en-GB" sz="240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𝑁</m:t>
                        </m:r>
                      </m:e>
                      <m:sub>
                        <m:r>
                          <a:rPr lang="en-GB" sz="2400" b="0" i="1" smtClean="0">
                            <a:latin typeface="Cambria Math" panose="02040503050406030204" pitchFamily="18" charset="0"/>
                            <a:cs typeface="Times New Roman" panose="02020603050405020304" pitchFamily="18" charset="0"/>
                          </a:rPr>
                          <m:t>𝑖𝑗</m:t>
                        </m:r>
                      </m:sub>
                    </m:sSub>
                    <m:r>
                      <a:rPr lang="en-GB" sz="2400" b="0" i="1" smtClean="0">
                        <a:latin typeface="Cambria Math" panose="02040503050406030204" pitchFamily="18" charset="0"/>
                        <a:cs typeface="Times New Roman" panose="02020603050405020304" pitchFamily="18" charset="0"/>
                      </a:rPr>
                      <m:t>  ~  </m:t>
                    </m:r>
                    <m:func>
                      <m:funcPr>
                        <m:ctrlPr>
                          <a:rPr lang="en-GB" sz="2400" i="1">
                            <a:latin typeface="Cambria Math" panose="02040503050406030204" pitchFamily="18" charset="0"/>
                          </a:rPr>
                        </m:ctrlPr>
                      </m:funcPr>
                      <m:fName>
                        <m:r>
                          <m:rPr>
                            <m:sty m:val="p"/>
                          </m:rPr>
                          <a:rPr lang="en-GB" sz="2400" b="0" i="0" smtClean="0">
                            <a:latin typeface="Cambria Math" panose="02040503050406030204" pitchFamily="18" charset="0"/>
                          </a:rPr>
                          <m:t>Poisson</m:t>
                        </m:r>
                      </m:fName>
                      <m:e>
                        <m:d>
                          <m:dPr>
                            <m:ctrlPr>
                              <a:rPr lang="en-GB" sz="2400" b="0" i="1">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𝐼</m:t>
                                </m:r>
                              </m:e>
                              <m:sub>
                                <m:r>
                                  <a:rPr lang="en-GB" sz="2400" b="0" i="1" smtClean="0">
                                    <a:latin typeface="Cambria Math" panose="02040503050406030204" pitchFamily="18" charset="0"/>
                                  </a:rPr>
                                  <m:t>𝑖𝑗</m:t>
                                </m:r>
                              </m:sub>
                            </m:sSub>
                          </m:e>
                        </m:d>
                        <m:r>
                          <a:rPr lang="en-GB" sz="2400" b="0" i="1" smtClean="0">
                            <a:latin typeface="Cambria Math" panose="02040503050406030204" pitchFamily="18" charset="0"/>
                          </a:rPr>
                          <m:t>,</m:t>
                        </m:r>
                      </m:e>
                    </m:func>
                    <m:sSub>
                      <m:sSubPr>
                        <m:ctrlPr>
                          <a:rPr lang="en-GB" sz="2400" b="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𝐼</m:t>
                        </m:r>
                      </m:e>
                      <m:sub>
                        <m:r>
                          <a:rPr lang="en-GB" sz="2400" b="0" i="1" smtClean="0">
                            <a:latin typeface="Cambria Math" panose="02040503050406030204" pitchFamily="18" charset="0"/>
                            <a:cs typeface="Times New Roman" panose="02020603050405020304" pitchFamily="18" charset="0"/>
                          </a:rPr>
                          <m:t>𝑖𝑗</m:t>
                        </m:r>
                      </m:sub>
                    </m:sSub>
                    <m:r>
                      <a:rPr lang="en-GB" sz="2400" b="0" i="0" smtClean="0">
                        <a:latin typeface="Cambria Math" panose="02040503050406030204" pitchFamily="18" charset="0"/>
                        <a:cs typeface="Times New Roman" panose="02020603050405020304" pitchFamily="18" charset="0"/>
                      </a:rPr>
                      <m:t>=</m:t>
                    </m:r>
                    <m:sSub>
                      <m:sSubPr>
                        <m:ctrlPr>
                          <a:rPr lang="en-GB" sz="2400" b="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𝑌</m:t>
                        </m:r>
                      </m:e>
                      <m:sub>
                        <m:r>
                          <a:rPr lang="en-GB" sz="2400" b="0" i="1" smtClean="0">
                            <a:latin typeface="Cambria Math" panose="02040503050406030204" pitchFamily="18" charset="0"/>
                            <a:cs typeface="Times New Roman" panose="02020603050405020304" pitchFamily="18" charset="0"/>
                          </a:rPr>
                          <m:t>𝑖𝑗</m:t>
                        </m:r>
                      </m:sub>
                    </m:sSub>
                    <m:r>
                      <a:rPr lang="en-GB" sz="2400" i="1">
                        <a:latin typeface="Cambria Math" panose="02040503050406030204" pitchFamily="18" charset="0"/>
                        <a:ea typeface="Cambria Math" panose="02040503050406030204" pitchFamily="18" charset="0"/>
                        <a:cs typeface="Times New Roman" panose="02020603050405020304" pitchFamily="18" charset="0"/>
                      </a:rPr>
                      <m:t>∙</m:t>
                    </m:r>
                    <m:func>
                      <m:funcPr>
                        <m:ctrlPr>
                          <a:rPr lang="en-GB" sz="2400" i="1">
                            <a:latin typeface="Cambria Math" panose="02040503050406030204" pitchFamily="18" charset="0"/>
                          </a:rPr>
                        </m:ctrlPr>
                      </m:funcPr>
                      <m:fName>
                        <m:r>
                          <m:rPr>
                            <m:sty m:val="p"/>
                          </m:rPr>
                          <a:rPr lang="en-GB" sz="2400">
                            <a:latin typeface="Cambria Math" panose="02040503050406030204" pitchFamily="18" charset="0"/>
                          </a:rPr>
                          <m:t>exp</m:t>
                        </m:r>
                      </m:fName>
                      <m:e>
                        <m:r>
                          <a:rPr lang="en-GB" sz="2400" i="1">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en-GB" sz="2400" i="1">
                            <a:latin typeface="Cambria Math" panose="02040503050406030204" pitchFamily="18" charset="0"/>
                          </a:rPr>
                          <m:t>)</m:t>
                        </m:r>
                      </m:e>
                    </m:func>
                    <m:r>
                      <a:rPr lang="en-GB" sz="240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rPr>
                      <m:t>𝑑𝐿</m:t>
                    </m:r>
                    <m:r>
                      <a:rPr lang="en-GB" sz="2400" b="0" i="1" smtClean="0">
                        <a:latin typeface="Cambria Math" panose="02040503050406030204" pitchFamily="18" charset="0"/>
                      </a:rPr>
                      <m:t>0</m:t>
                    </m:r>
                    <m:r>
                      <a:rPr lang="en-GB" sz="2400" b="0" i="1" smtClean="0">
                        <a:latin typeface="Cambria Math" panose="02040503050406030204" pitchFamily="18" charset="0"/>
                      </a:rPr>
                      <m:t>[</m:t>
                    </m:r>
                    <m:r>
                      <a:rPr lang="en-GB" sz="2400" b="0" i="1" smtClean="0">
                        <a:latin typeface="Cambria Math" panose="02040503050406030204" pitchFamily="18" charset="0"/>
                      </a:rPr>
                      <m:t>𝑗</m:t>
                    </m:r>
                    <m:r>
                      <a:rPr lang="en-GB" sz="2400" b="0" i="1" smtClean="0">
                        <a:latin typeface="Cambria Math" panose="02040503050406030204" pitchFamily="18" charset="0"/>
                      </a:rPr>
                      <m:t>]</m:t>
                    </m:r>
                    <m:r>
                      <m:rPr>
                        <m:nor/>
                      </m:rPr>
                      <a:rPr lang="ar-AE" sz="2400" i="1"/>
                      <m:t> </m:t>
                    </m:r>
                  </m:oMath>
                </a14:m>
                <a:endParaRPr lang="en-GB" sz="1000" dirty="0"/>
              </a:p>
              <a:p>
                <a:br>
                  <a:rPr lang="ar-AE" sz="1000" dirty="0"/>
                </a:br>
                <a:r>
                  <a:rPr lang="en-US" sz="24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sz="2400" i="1" smtClean="0">
                            <a:latin typeface="Cambria Math" panose="02040503050406030204" pitchFamily="18" charset="0"/>
                            <a:cs typeface="Times New Roman" panose="02020603050405020304" pitchFamily="18" charset="0"/>
                          </a:rPr>
                        </m:ctrlPr>
                      </m:sSubPr>
                      <m:e>
                        <m:r>
                          <a:rPr lang="en-GB" sz="2400" b="0" i="1" smtClean="0">
                            <a:latin typeface="Cambria Math" panose="02040503050406030204" pitchFamily="18" charset="0"/>
                            <a:cs typeface="Times New Roman" panose="02020603050405020304" pitchFamily="18" charset="0"/>
                          </a:rPr>
                          <m:t>𝑌</m:t>
                        </m:r>
                      </m:e>
                      <m:sub>
                        <m:r>
                          <a:rPr lang="en-GB" sz="2400" b="0" i="1" smtClean="0">
                            <a:latin typeface="Cambria Math" panose="02040503050406030204" pitchFamily="18" charset="0"/>
                            <a:cs typeface="Times New Roman" panose="02020603050405020304" pitchFamily="18" charset="0"/>
                          </a:rPr>
                          <m:t>𝑖𝑗</m:t>
                        </m:r>
                      </m:sub>
                    </m:sSub>
                  </m:oMath>
                </a14:m>
                <a:r>
                  <a:rPr lang="en-GB" sz="2400" b="0" dirty="0">
                    <a:latin typeface="Times New Roman" panose="02020603050405020304" pitchFamily="18" charset="0"/>
                    <a:cs typeface="Times New Roman" panose="02020603050405020304" pitchFamily="18" charset="0"/>
                  </a:rPr>
                  <a:t>: at-risk indicator (patient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𝑖</m:t>
                    </m:r>
                  </m:oMath>
                </a14:m>
                <a:r>
                  <a:rPr lang="en-GB" sz="2400" b="0" dirty="0">
                    <a:latin typeface="Times New Roman" panose="02020603050405020304" pitchFamily="18" charset="0"/>
                    <a:cs typeface="Times New Roman" panose="02020603050405020304" pitchFamily="18" charset="0"/>
                  </a:rPr>
                  <a:t> at time interval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𝑗</m:t>
                    </m:r>
                  </m:oMath>
                </a14:m>
                <a:r>
                  <a:rPr lang="en-GB" sz="2400" b="0" dirty="0">
                    <a:latin typeface="Times New Roman" panose="02020603050405020304" pitchFamily="18" charset="0"/>
                    <a:cs typeface="Times New Roman" panose="02020603050405020304" pitchFamily="18" charset="0"/>
                  </a:rPr>
                  <a:t>)</a:t>
                </a:r>
              </a:p>
              <a:p>
                <a:pPr lvl="1"/>
                <a:r>
                  <a:rPr lang="en-GB" sz="2400" b="1" dirty="0">
                    <a:cs typeface="Times New Roman" panose="02020603050405020304" pitchFamily="18" charset="0"/>
                  </a:rPr>
                  <a:t>		</a:t>
                </a:r>
                <a14:m>
                  <m:oMath xmlns:m="http://schemas.openxmlformats.org/officeDocument/2006/math">
                    <m:r>
                      <a:rPr lang="en-GB" sz="2400" b="0" i="1">
                        <a:latin typeface="Cambria Math" panose="02040503050406030204" pitchFamily="18" charset="0"/>
                        <a:cs typeface="Times New Roman" panose="02020603050405020304" pitchFamily="18" charset="0"/>
                      </a:rPr>
                      <m:t>𝑑</m:t>
                    </m:r>
                    <m:sSub>
                      <m:sSubPr>
                        <m:ctrlPr>
                          <a:rPr lang="en-GB" sz="2400" i="1">
                            <a:latin typeface="Cambria Math" panose="02040503050406030204" pitchFamily="18" charset="0"/>
                            <a:cs typeface="Times New Roman" panose="02020603050405020304" pitchFamily="18" charset="0"/>
                          </a:rPr>
                        </m:ctrlPr>
                      </m:sSubPr>
                      <m:e>
                        <m:r>
                          <a:rPr lang="en-GB" sz="2400" b="0" i="1">
                            <a:latin typeface="Cambria Math" panose="02040503050406030204" pitchFamily="18" charset="0"/>
                            <a:cs typeface="Times New Roman" panose="02020603050405020304" pitchFamily="18" charset="0"/>
                          </a:rPr>
                          <m:t>𝑁</m:t>
                        </m:r>
                      </m:e>
                      <m:sub>
                        <m:r>
                          <a:rPr lang="en-GB" sz="2400" b="0" i="1">
                            <a:latin typeface="Cambria Math" panose="02040503050406030204" pitchFamily="18" charset="0"/>
                            <a:cs typeface="Times New Roman" panose="02020603050405020304" pitchFamily="18" charset="0"/>
                          </a:rPr>
                          <m:t>𝑖𝑗</m:t>
                        </m:r>
                      </m:sub>
                    </m:sSub>
                  </m:oMath>
                </a14:m>
                <a:r>
                  <a:rPr lang="en-GB" sz="2400" dirty="0">
                    <a:latin typeface="Times New Roman" panose="02020603050405020304" pitchFamily="18" charset="0"/>
                    <a:cs typeface="Times New Roman" panose="02020603050405020304" pitchFamily="18" charset="0"/>
                  </a:rPr>
                  <a:t>: 	event increment at time interval </a:t>
                </a:r>
                <a14:m>
                  <m:oMath xmlns:m="http://schemas.openxmlformats.org/officeDocument/2006/math">
                    <m:r>
                      <a:rPr lang="en-GB" sz="2400" i="1">
                        <a:latin typeface="Cambria Math" panose="02040503050406030204" pitchFamily="18" charset="0"/>
                        <a:cs typeface="Times New Roman" panose="02020603050405020304" pitchFamily="18" charset="0"/>
                      </a:rPr>
                      <m:t>𝑗</m:t>
                    </m:r>
                  </m:oMath>
                </a14:m>
                <a:endParaRPr lang="en-GB" sz="2400" dirty="0">
                  <a:latin typeface="Times New Roman" panose="02020603050405020304" pitchFamily="18" charset="0"/>
                  <a:cs typeface="Times New Roman" panose="02020603050405020304" pitchFamily="18" charset="0"/>
                </a:endParaRPr>
              </a:p>
              <a:p>
                <a:pPr lvl="1"/>
                <a:r>
                  <a:rPr lang="en-GB" sz="2400" dirty="0"/>
                  <a:t>		</a:t>
                </a:r>
                <a14:m>
                  <m:oMath xmlns:m="http://schemas.openxmlformats.org/officeDocument/2006/math">
                    <m:r>
                      <a:rPr lang="en-GB" sz="2400" b="0" i="1" smtClean="0">
                        <a:latin typeface="Cambria Math" panose="02040503050406030204" pitchFamily="18" charset="0"/>
                      </a:rPr>
                      <m:t>𝑑𝐿</m:t>
                    </m:r>
                    <m:r>
                      <a:rPr lang="en-GB" sz="2400" b="0" i="1" smtClean="0">
                        <a:latin typeface="Cambria Math" panose="02040503050406030204" pitchFamily="18" charset="0"/>
                      </a:rPr>
                      <m:t>0</m:t>
                    </m:r>
                  </m:oMath>
                </a14:m>
                <a:r>
                  <a:rPr lang="en-GB" sz="2400" b="0" dirty="0">
                    <a:latin typeface="Times New Roman" panose="02020603050405020304" pitchFamily="18" charset="0"/>
                    <a:cs typeface="Times New Roman" panose="02020603050405020304" pitchFamily="18" charset="0"/>
                  </a:rPr>
                  <a:t>[j]: baseline hazard </a:t>
                </a:r>
                <a:r>
                  <a:rPr lang="en-GB" sz="2400" dirty="0">
                    <a:latin typeface="Times New Roman" panose="02020603050405020304" pitchFamily="18" charset="0"/>
                    <a:cs typeface="Times New Roman" panose="02020603050405020304" pitchFamily="18" charset="0"/>
                  </a:rPr>
                  <a:t>increment at time interval </a:t>
                </a:r>
                <a14:m>
                  <m:oMath xmlns:m="http://schemas.openxmlformats.org/officeDocument/2006/math">
                    <m:r>
                      <a:rPr lang="en-GB" sz="2400" i="1">
                        <a:latin typeface="Cambria Math" panose="02040503050406030204" pitchFamily="18" charset="0"/>
                        <a:cs typeface="Times New Roman" panose="02020603050405020304" pitchFamily="18" charset="0"/>
                      </a:rPr>
                      <m:t>𝑗</m:t>
                    </m:r>
                  </m:oMath>
                </a14:m>
                <a:endParaRPr lang="en-GB" sz="2400" b="0" dirty="0">
                  <a:latin typeface="Times New Roman" panose="02020603050405020304" pitchFamily="18" charset="0"/>
                  <a:cs typeface="Times New Roman" panose="02020603050405020304" pitchFamily="18" charset="0"/>
                </a:endParaRPr>
              </a:p>
              <a:p>
                <a:pPr lvl="1"/>
                <a:r>
                  <a:rPr lang="en-GB" sz="1000" b="0" dirty="0">
                    <a:latin typeface="Times New Roman" panose="02020603050405020304" pitchFamily="18" charset="0"/>
                    <a:cs typeface="Times New Roman" panose="02020603050405020304" pitchFamily="18" charset="0"/>
                  </a:rPr>
                  <a:t> </a:t>
                </a:r>
                <a:endParaRPr lang="en-US" sz="10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Predictors: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i="1">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𝑤</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𝑤</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i="1">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𝑋</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en-GB" sz="2400" i="1">
                                <a:latin typeface="Cambria Math" panose="02040503050406030204" pitchFamily="18" charset="0"/>
                              </a:rPr>
                              <m:t>𝑐𝑙𝑖𝑛</m:t>
                            </m:r>
                          </m:e>
                        </m:d>
                      </m:sup>
                    </m:sSub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r>
                      <m:rPr>
                        <m:nor/>
                      </m:rPr>
                      <a:rPr lang="ar-AE" sz="2400" i="1"/>
                      <m:t> </m:t>
                    </m:r>
                  </m:oMath>
                </a14:m>
                <a:endParaRPr lang="en-GB" sz="2400" b="1" dirty="0">
                  <a:latin typeface="Times New Roman" panose="02020603050405020304" pitchFamily="18" charset="0"/>
                  <a:cs typeface="Times New Roman" panose="02020603050405020304" pitchFamily="18" charset="0"/>
                </a:endParaRPr>
              </a:p>
              <a:p>
                <a:endParaRPr lang="en-GB" sz="1000" b="1"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Priors:            </a:t>
                </a:r>
                <a:r>
                  <a:rPr lang="en-GB" sz="2400" dirty="0">
                    <a:latin typeface="Times New Roman" panose="02020603050405020304" pitchFamily="18" charset="0"/>
                    <a:cs typeface="Times New Roman" panose="02020603050405020304" pitchFamily="18" charset="0"/>
                  </a:rPr>
                  <a:t>Horseshoe prior applied to all coefficient groups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𝑤</m:t>
                        </m:r>
                      </m:sub>
                    </m:sSub>
                    <m:r>
                      <a:rPr lang="en-GB" sz="2400" b="0"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en-GB" sz="2400" b="0" i="1"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b="0" i="1" smtClean="0">
                            <a:latin typeface="Cambria Math" panose="02040503050406030204" pitchFamily="18" charset="0"/>
                          </a:rPr>
                          <m:t>𝑐𝑙𝑖𝑛</m:t>
                        </m:r>
                      </m:sub>
                    </m:sSub>
                    <m:r>
                      <a:rPr lang="en-GB" sz="2400" b="0" i="1" smtClean="0">
                        <a:latin typeface="Cambria Math" panose="02040503050406030204" pitchFamily="18" charset="0"/>
                      </a:rPr>
                      <m:t>)</m:t>
                    </m:r>
                  </m:oMath>
                </a14:m>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	             </a:t>
                </a:r>
                <a14:m>
                  <m:oMath xmlns:m="http://schemas.openxmlformats.org/officeDocument/2006/math">
                    <m:r>
                      <a:rPr lang="ar-AE" sz="2400" i="1">
                        <a:latin typeface="Cambria Math" panose="02040503050406030204" pitchFamily="18" charset="0"/>
                      </a:rPr>
                      <m:t>𝑑</m:t>
                    </m:r>
                    <m:sSub>
                      <m:sSubPr>
                        <m:ctrlPr>
                          <a:rPr lang="ar-AE" sz="2400" i="1">
                            <a:latin typeface="Cambria Math" panose="02040503050406030204" pitchFamily="18" charset="0"/>
                          </a:rPr>
                        </m:ctrlPr>
                      </m:sSubPr>
                      <m:e>
                        <m:r>
                          <a:rPr lang="ar-AE" sz="2400" i="1">
                            <a:latin typeface="Cambria Math" panose="02040503050406030204" pitchFamily="18" charset="0"/>
                          </a:rPr>
                          <m:t>𝐿</m:t>
                        </m:r>
                      </m:e>
                      <m:sub>
                        <m:r>
                          <a:rPr lang="ar-AE" sz="2400">
                            <a:latin typeface="Cambria Math" panose="02040503050406030204" pitchFamily="18" charset="0"/>
                          </a:rPr>
                          <m:t>0</m:t>
                        </m:r>
                      </m:sub>
                    </m:sSub>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𝑗</m:t>
                        </m:r>
                      </m:e>
                    </m:d>
                    <m:r>
                      <m:rPr>
                        <m:nor/>
                      </m:rPr>
                      <a:rPr lang="ar-AE" sz="2400" i="1"/>
                      <m:t>  </m:t>
                    </m:r>
                    <m:r>
                      <a:rPr lang="ar-AE" sz="2400">
                        <a:latin typeface="Cambria Math" panose="02040503050406030204" pitchFamily="18" charset="0"/>
                      </a:rPr>
                      <m:t>∼</m:t>
                    </m:r>
                    <m:r>
                      <a:rPr lang="en-GB" sz="2400" b="0" i="1" smtClean="0">
                        <a:latin typeface="Cambria Math" panose="02040503050406030204" pitchFamily="18" charset="0"/>
                      </a:rPr>
                      <m:t> </m:t>
                    </m:r>
                    <m:func>
                      <m:funcPr>
                        <m:ctrlPr>
                          <a:rPr lang="en-GB" sz="2400" i="1">
                            <a:latin typeface="Cambria Math" panose="02040503050406030204" pitchFamily="18" charset="0"/>
                          </a:rPr>
                        </m:ctrlPr>
                      </m:funcPr>
                      <m:fName>
                        <m:r>
                          <m:rPr>
                            <m:sty m:val="p"/>
                          </m:rPr>
                          <a:rPr lang="en-GB" sz="2400" b="0" i="0" smtClean="0">
                            <a:latin typeface="Cambria Math" panose="02040503050406030204" pitchFamily="18" charset="0"/>
                          </a:rPr>
                          <m:t>Gamma</m:t>
                        </m:r>
                      </m:fName>
                      <m:e>
                        <m:r>
                          <a:rPr lang="en-GB" sz="2400" i="1">
                            <a:latin typeface="Cambria Math" panose="02040503050406030204" pitchFamily="18" charset="0"/>
                          </a:rPr>
                          <m:t>(</m:t>
                        </m:r>
                        <m:r>
                          <a:rPr lang="en-GB" sz="2400" b="0" i="1" smtClean="0">
                            <a:latin typeface="Cambria Math" panose="02040503050406030204" pitchFamily="18" charset="0"/>
                          </a:rPr>
                          <m:t>0</m:t>
                        </m:r>
                        <m:r>
                          <a:rPr lang="en-GB" sz="2400" b="0" i="1" smtClean="0">
                            <a:latin typeface="Cambria Math" panose="02040503050406030204" pitchFamily="18" charset="0"/>
                          </a:rPr>
                          <m:t>.</m:t>
                        </m:r>
                        <m:r>
                          <a:rPr lang="en-GB" sz="2400" b="0" i="1" smtClean="0">
                            <a:latin typeface="Cambria Math" panose="02040503050406030204" pitchFamily="18" charset="0"/>
                          </a:rPr>
                          <m:t>001</m:t>
                        </m:r>
                        <m:r>
                          <a:rPr lang="en-GB" sz="2400" b="0" i="1" smtClean="0">
                            <a:latin typeface="Cambria Math" panose="02040503050406030204" pitchFamily="18" charset="0"/>
                          </a:rPr>
                          <m:t>, </m:t>
                        </m:r>
                        <m:r>
                          <a:rPr lang="en-GB" sz="2400" b="0" i="1" smtClean="0">
                            <a:latin typeface="Cambria Math" panose="02040503050406030204" pitchFamily="18" charset="0"/>
                          </a:rPr>
                          <m:t>0</m:t>
                        </m:r>
                        <m:r>
                          <a:rPr lang="en-GB" sz="2400" b="0" i="1" smtClean="0">
                            <a:latin typeface="Cambria Math" panose="02040503050406030204" pitchFamily="18" charset="0"/>
                          </a:rPr>
                          <m:t>.</m:t>
                        </m:r>
                        <m:r>
                          <a:rPr lang="en-GB" sz="2400" b="0" i="1" smtClean="0">
                            <a:latin typeface="Cambria Math" panose="02040503050406030204" pitchFamily="18" charset="0"/>
                          </a:rPr>
                          <m:t>001</m:t>
                        </m:r>
                        <m:r>
                          <a:rPr lang="en-GB" sz="2400" i="1">
                            <a:latin typeface="Cambria Math" panose="02040503050406030204" pitchFamily="18" charset="0"/>
                          </a:rPr>
                          <m:t>)</m:t>
                        </m:r>
                      </m:e>
                    </m:func>
                  </m:oMath>
                </a14:m>
                <a:endParaRPr lang="en-GB" sz="2400" b="0" dirty="0"/>
              </a:p>
              <a:p>
                <a:endParaRPr lang="en-GB" sz="1000" b="1"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Estimation of model coefficients:</a:t>
                </a:r>
                <a:r>
                  <a:rPr lang="en-GB" sz="2400" dirty="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computationally intensive </a:t>
                </a:r>
                <a:r>
                  <a:rPr lang="en-GB" sz="2400" dirty="0">
                    <a:latin typeface="Times New Roman" panose="02020603050405020304" pitchFamily="18" charset="0"/>
                    <a:cs typeface="Times New Roman" panose="02020603050405020304" pitchFamily="18" charset="0"/>
                  </a:rPr>
                  <a:t>MCMC, implemented in</a:t>
                </a:r>
              </a:p>
              <a:p>
                <a:endParaRPr lang="en-GB" sz="1000" dirty="0">
                  <a:latin typeface="Times New Roman" panose="02020603050405020304" pitchFamily="18" charset="0"/>
                  <a:cs typeface="Times New Roman" panose="02020603050405020304" pitchFamily="18" charset="0"/>
                </a:endParaRPr>
              </a:p>
              <a:p>
                <a:pPr lvl="1">
                  <a:lnSpc>
                    <a:spcPct val="90000"/>
                  </a:lnSpc>
                  <a:spcAft>
                    <a:spcPts val="600"/>
                  </a:spcAft>
                </a:pPr>
                <a:r>
                  <a:rPr lang="en-GB" sz="2000" b="1" dirty="0">
                    <a:latin typeface="Times New Roman" panose="02020603050405020304" pitchFamily="18" charset="0"/>
                    <a:cs typeface="Times New Roman" panose="02020603050405020304" pitchFamily="18" charset="0"/>
                  </a:rPr>
                  <a:t>BUGS </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rjags</a:t>
                </a:r>
                <a:r>
                  <a:rPr lang="en-GB" sz="2000" dirty="0">
                    <a:latin typeface="Times New Roman" panose="02020603050405020304" pitchFamily="18" charset="0"/>
                    <a:cs typeface="Times New Roman" panose="02020603050405020304" pitchFamily="18" charset="0"/>
                  </a:rPr>
                  <a:t>: Gibbs sampling + Metropolis-within-Gibbs</a:t>
                </a:r>
              </a:p>
              <a:p>
                <a:pPr lvl="1">
                  <a:lnSpc>
                    <a:spcPct val="90000"/>
                  </a:lnSpc>
                  <a:spcAft>
                    <a:spcPts val="600"/>
                  </a:spcAft>
                </a:pPr>
                <a:r>
                  <a:rPr lang="en-GB" sz="2000" b="1" dirty="0">
                    <a:latin typeface="Times New Roman" panose="02020603050405020304" pitchFamily="18" charset="0"/>
                    <a:cs typeface="Times New Roman" panose="02020603050405020304" pitchFamily="18" charset="0"/>
                  </a:rPr>
                  <a:t>STAN</a:t>
                </a:r>
                <a:r>
                  <a:rPr lang="en-GB" sz="2000" dirty="0">
                    <a:latin typeface="Times New Roman" panose="02020603050405020304" pitchFamily="18" charset="0"/>
                    <a:cs typeface="Times New Roman" panose="02020603050405020304" pitchFamily="18" charset="0"/>
                  </a:rPr>
                  <a:t> / brms: Hamiltonian Monte Carlo (HMC) / NUTS, uses gradient of log-posterior</a:t>
                </a:r>
              </a:p>
              <a:p>
                <a:pPr lvl="1">
                  <a:lnSpc>
                    <a:spcPct val="90000"/>
                  </a:lnSpc>
                  <a:spcAft>
                    <a:spcPts val="600"/>
                  </a:spcAft>
                </a:pPr>
                <a:r>
                  <a:rPr lang="en-GB" sz="2000" b="1" dirty="0" err="1">
                    <a:latin typeface="Times New Roman" panose="02020603050405020304" pitchFamily="18" charset="0"/>
                    <a:cs typeface="Times New Roman" panose="02020603050405020304" pitchFamily="18" charset="0"/>
                  </a:rPr>
                  <a:t>PyMC</a:t>
                </a:r>
                <a:r>
                  <a:rPr lang="en-GB" sz="2000" b="1"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(Python): implements NUTS/HMC similar to STAN</a:t>
                </a:r>
              </a:p>
              <a:p>
                <a:endParaRPr lang="ar-AE" sz="2400" b="0" dirty="0">
                  <a:latin typeface="Times New Roman" panose="02020603050405020304" pitchFamily="18" charset="0"/>
                  <a:cs typeface="Times New Roman" panose="02020603050405020304" pitchFamily="18" charset="0"/>
                </a:endParaRPr>
              </a:p>
              <a:p>
                <a:endParaRPr lang="ar-AE" sz="2400" dirty="0"/>
              </a:p>
            </p:txBody>
          </p:sp>
        </mc:Choice>
        <mc:Fallback xmlns="">
          <p:sp>
            <p:nvSpPr>
              <p:cNvPr id="10" name="TextBox 9">
                <a:extLst>
                  <a:ext uri="{FF2B5EF4-FFF2-40B4-BE49-F238E27FC236}">
                    <a16:creationId xmlns:a16="http://schemas.microsoft.com/office/drawing/2014/main" id="{A08DE87B-46D1-4605-79A2-DC30EA9FE8D1}"/>
                  </a:ext>
                </a:extLst>
              </p:cNvPr>
              <p:cNvSpPr txBox="1">
                <a:spLocks noRot="1" noChangeAspect="1" noMove="1" noResize="1" noEditPoints="1" noAdjustHandles="1" noChangeArrowheads="1" noChangeShapeType="1" noTextEdit="1"/>
              </p:cNvSpPr>
              <p:nvPr/>
            </p:nvSpPr>
            <p:spPr>
              <a:xfrm>
                <a:off x="586271" y="1101479"/>
                <a:ext cx="8047620" cy="4251918"/>
              </a:xfrm>
              <a:prstGeom prst="rect">
                <a:avLst/>
              </a:prstGeom>
              <a:blipFill>
                <a:blip r:embed="rId2"/>
                <a:stretch>
                  <a:fillRect l="-2366" t="-2083" r="-35962" b="-4791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E41ABAF-A675-216A-4D29-E1352FAD9E9E}"/>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2172676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0ACE6-9F44-71ED-9457-BDA8C5CEA2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9E9E36-CBD3-5BF5-EC96-46A4BCB0E4BB}"/>
              </a:ext>
            </a:extLst>
          </p:cNvPr>
          <p:cNvSpPr>
            <a:spLocks noGrp="1"/>
          </p:cNvSpPr>
          <p:nvPr>
            <p:ph type="title"/>
          </p:nvPr>
        </p:nvSpPr>
        <p:spPr>
          <a:xfrm>
            <a:off x="328897" y="233506"/>
            <a:ext cx="11988006" cy="705430"/>
          </a:xfrm>
        </p:spPr>
        <p:txBody>
          <a:bodyPr>
            <a:normAutofit/>
          </a:bodyPr>
          <a:lstStyle/>
          <a:p>
            <a:r>
              <a:rPr lang="en-US" sz="3100" dirty="0"/>
              <a:t>Analysis of  TCGA data using Hallmark annotated Cox regression</a:t>
            </a:r>
            <a:endParaRPr lang="en-US" sz="1800" b="1" i="1" dirty="0">
              <a:solidFill>
                <a:srgbClr val="FF0000"/>
              </a:solidFill>
            </a:endParaRPr>
          </a:p>
        </p:txBody>
      </p:sp>
      <p:sp>
        <p:nvSpPr>
          <p:cNvPr id="2" name="Slide Number Placeholder 1">
            <a:extLst>
              <a:ext uri="{FF2B5EF4-FFF2-40B4-BE49-F238E27FC236}">
                <a16:creationId xmlns:a16="http://schemas.microsoft.com/office/drawing/2014/main" id="{1D43BFA6-5EB3-DBFC-C691-C106307104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E47D07-9D1E-4FE9-B31A-2F5863681021}" type="slidenum">
              <a:rPr kumimoji="0" lang="en-GB" sz="1050" b="0" i="0" u="none" strike="noStrike" kern="1200" cap="none" spc="0" normalizeH="0" baseline="0" noProof="0" smtClean="0">
                <a:ln>
                  <a:noFill/>
                </a:ln>
                <a:solidFill>
                  <a:srgbClr val="3F4444"/>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70D003-D7AF-1EC4-0337-1D7052ABE37C}"/>
                  </a:ext>
                </a:extLst>
              </p:cNvPr>
              <p:cNvSpPr txBox="1"/>
              <p:nvPr/>
            </p:nvSpPr>
            <p:spPr>
              <a:xfrm>
                <a:off x="6848393" y="910293"/>
                <a:ext cx="5014710" cy="5693866"/>
              </a:xfrm>
              <a:prstGeom prst="rect">
                <a:avLst/>
              </a:prstGeom>
              <a:noFill/>
            </p:spPr>
            <p:txBody>
              <a:bodyPr wrap="square" rtlCol="0">
                <a:spAutoFit/>
              </a:bodyPr>
              <a:lstStyle/>
              <a:p>
                <a:pPr algn="l">
                  <a:lnSpc>
                    <a:spcPct val="90000"/>
                  </a:lnSpc>
                  <a:spcAft>
                    <a:spcPts val="600"/>
                  </a:spcAft>
                </a:pPr>
                <a:r>
                  <a:rPr lang="en-US" sz="2400" dirty="0">
                    <a:latin typeface="Times New Roman" panose="02020603050405020304" pitchFamily="18" charset="0"/>
                    <a:cs typeface="Times New Roman" panose="02020603050405020304" pitchFamily="18" charset="0"/>
                  </a:rPr>
                  <a:t>Plot shows Cox regression coefficients estimated from the TCGA data using</a:t>
                </a:r>
              </a:p>
              <a:p>
                <a:pPr marL="342900" indent="-342900" algn="l">
                  <a:lnSpc>
                    <a:spcPct val="90000"/>
                  </a:lnSpc>
                  <a:spcAft>
                    <a:spcPts val="600"/>
                  </a:spcAft>
                  <a:buFontTx/>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horseshoe prior (black), </a:t>
                </a:r>
              </a:p>
              <a:p>
                <a:pPr marL="342900" indent="-342900" algn="l">
                  <a:lnSpc>
                    <a:spcPct val="90000"/>
                  </a:lnSpc>
                  <a:spcAft>
                    <a:spcPts val="600"/>
                  </a:spcAft>
                  <a:buFontTx/>
                  <a:buChar char="-"/>
                </a:pPr>
                <a:r>
                  <a:rPr lang="en-US" sz="2400" dirty="0">
                    <a:latin typeface="Times New Roman" panose="02020603050405020304" pitchFamily="18" charset="0"/>
                    <a:cs typeface="Times New Roman" panose="02020603050405020304" pitchFamily="18" charset="0"/>
                  </a:rPr>
                  <a:t>the Bayesian model with </a:t>
                </a:r>
                <a:r>
                  <a:rPr lang="en-US" sz="2400" b="1" dirty="0">
                    <a:solidFill>
                      <a:srgbClr val="FF0000"/>
                    </a:solidFill>
                    <a:latin typeface="Times New Roman" panose="02020603050405020304" pitchFamily="18" charset="0"/>
                    <a:cs typeface="Times New Roman" panose="02020603050405020304" pitchFamily="18" charset="0"/>
                  </a:rPr>
                  <a:t>vague priors </a:t>
                </a:r>
                <a14:m>
                  <m:oMath xmlns:m="http://schemas.openxmlformats.org/officeDocument/2006/math">
                    <m:r>
                      <a:rPr lang="en-GB" sz="2400" b="1" i="1" smtClean="0">
                        <a:solidFill>
                          <a:srgbClr val="FF0000"/>
                        </a:solidFill>
                        <a:latin typeface="Cambria Math" panose="02040503050406030204" pitchFamily="18" charset="0"/>
                        <a:cs typeface="Times New Roman" panose="02020603050405020304" pitchFamily="18" charset="0"/>
                      </a:rPr>
                      <m:t>𝑵</m:t>
                    </m:r>
                    <m:d>
                      <m:dPr>
                        <m:ctrlPr>
                          <a:rPr lang="en-GB" sz="2400" b="1" i="1" smtClean="0">
                            <a:solidFill>
                              <a:srgbClr val="FF0000"/>
                            </a:solidFill>
                            <a:latin typeface="Cambria Math" panose="02040503050406030204" pitchFamily="18" charset="0"/>
                            <a:cs typeface="Times New Roman" panose="02020603050405020304" pitchFamily="18" charset="0"/>
                          </a:rPr>
                        </m:ctrlPr>
                      </m:dPr>
                      <m:e>
                        <m:r>
                          <a:rPr lang="en-GB" sz="2400" b="1" i="1" smtClean="0">
                            <a:solidFill>
                              <a:srgbClr val="FF0000"/>
                            </a:solidFill>
                            <a:latin typeface="Cambria Math" panose="02040503050406030204" pitchFamily="18" charset="0"/>
                            <a:cs typeface="Times New Roman" panose="02020603050405020304" pitchFamily="18" charset="0"/>
                          </a:rPr>
                          <m:t>𝟎</m:t>
                        </m:r>
                        <m:r>
                          <a:rPr lang="en-GB" sz="2400" b="1" i="1" smtClean="0">
                            <a:solidFill>
                              <a:srgbClr val="FF0000"/>
                            </a:solidFill>
                            <a:latin typeface="Cambria Math" panose="02040503050406030204" pitchFamily="18" charset="0"/>
                            <a:cs typeface="Times New Roman" panose="02020603050405020304" pitchFamily="18" charset="0"/>
                          </a:rPr>
                          <m:t>, </m:t>
                        </m:r>
                        <m:r>
                          <a:rPr lang="en-GB" sz="2400" b="1" i="1" smtClean="0">
                            <a:solidFill>
                              <a:srgbClr val="FF0000"/>
                            </a:solidFill>
                            <a:latin typeface="Cambria Math" panose="02040503050406030204" pitchFamily="18" charset="0"/>
                            <a:cs typeface="Times New Roman" panose="02020603050405020304" pitchFamily="18" charset="0"/>
                          </a:rPr>
                          <m:t>𝟎</m:t>
                        </m:r>
                        <m:r>
                          <a:rPr lang="en-GB" sz="2400" b="1" i="1" smtClean="0">
                            <a:solidFill>
                              <a:srgbClr val="FF0000"/>
                            </a:solidFill>
                            <a:latin typeface="Cambria Math" panose="02040503050406030204" pitchFamily="18" charset="0"/>
                            <a:cs typeface="Times New Roman" panose="02020603050405020304" pitchFamily="18" charset="0"/>
                          </a:rPr>
                          <m:t>.</m:t>
                        </m:r>
                        <m:r>
                          <a:rPr lang="en-GB" sz="2400" b="1" i="1" smtClean="0">
                            <a:solidFill>
                              <a:srgbClr val="FF0000"/>
                            </a:solidFill>
                            <a:latin typeface="Cambria Math" panose="02040503050406030204" pitchFamily="18" charset="0"/>
                            <a:cs typeface="Times New Roman" panose="02020603050405020304" pitchFamily="18" charset="0"/>
                          </a:rPr>
                          <m:t>𝟎𝟎𝟏</m:t>
                        </m:r>
                      </m:e>
                    </m:d>
                  </m:oMath>
                </a14:m>
                <a:r>
                  <a:rPr lang="en-US" sz="2400" b="1" dirty="0">
                    <a:solidFill>
                      <a:srgbClr val="FF0000"/>
                    </a:solidFill>
                    <a:latin typeface="Times New Roman" panose="02020603050405020304" pitchFamily="18" charset="0"/>
                    <a:cs typeface="Times New Roman" panose="02020603050405020304" pitchFamily="18" charset="0"/>
                  </a:rPr>
                  <a:t> (red),</a:t>
                </a:r>
                <a:endParaRPr lang="en-US" sz="2400" b="1" dirty="0">
                  <a:latin typeface="Times New Roman" panose="02020603050405020304" pitchFamily="18" charset="0"/>
                  <a:cs typeface="Times New Roman" panose="02020603050405020304" pitchFamily="18" charset="0"/>
                </a:endParaRPr>
              </a:p>
              <a:p>
                <a:pPr marL="342900" indent="-342900" algn="l">
                  <a:lnSpc>
                    <a:spcPct val="90000"/>
                  </a:lnSpc>
                  <a:spcAft>
                    <a:spcPts val="600"/>
                  </a:spcAft>
                  <a:buFontTx/>
                  <a:buChar char="-"/>
                </a:pPr>
                <a:r>
                  <a:rPr lang="en-US" sz="2400" dirty="0">
                    <a:latin typeface="Times New Roman" panose="02020603050405020304" pitchFamily="18" charset="0"/>
                    <a:cs typeface="Times New Roman" panose="02020603050405020304" pitchFamily="18" charset="0"/>
                  </a:rPr>
                  <a:t>the </a:t>
                </a:r>
                <a:r>
                  <a:rPr lang="en-US" sz="2400" b="1" dirty="0">
                    <a:solidFill>
                      <a:srgbClr val="00B050"/>
                    </a:solidFill>
                    <a:latin typeface="Times New Roman" panose="02020603050405020304" pitchFamily="18" charset="0"/>
                    <a:cs typeface="Times New Roman" panose="02020603050405020304" pitchFamily="18" charset="0"/>
                  </a:rPr>
                  <a:t>Cox partial likelihood (green). </a:t>
                </a:r>
              </a:p>
              <a:p>
                <a:pPr algn="l">
                  <a:lnSpc>
                    <a:spcPct val="90000"/>
                  </a:lnSpc>
                  <a:spcAft>
                    <a:spcPts val="600"/>
                  </a:spcAft>
                </a:pPr>
                <a:endParaRPr lang="en-US" sz="1000" dirty="0">
                  <a:latin typeface="Times New Roman" panose="02020603050405020304" pitchFamily="18" charset="0"/>
                  <a:cs typeface="Times New Roman" panose="02020603050405020304" pitchFamily="18" charset="0"/>
                </a:endParaRPr>
              </a:p>
              <a:p>
                <a:pPr algn="l">
                  <a:lnSpc>
                    <a:spcPct val="90000"/>
                  </a:lnSpc>
                  <a:spcAft>
                    <a:spcPts val="600"/>
                  </a:spcAft>
                </a:pPr>
                <a:r>
                  <a:rPr lang="en-US" sz="2400" b="1" dirty="0">
                    <a:latin typeface="Times New Roman" panose="02020603050405020304" pitchFamily="18" charset="0"/>
                    <a:cs typeface="Times New Roman" panose="02020603050405020304" pitchFamily="18" charset="0"/>
                  </a:rPr>
                  <a:t>Results</a:t>
                </a:r>
                <a:r>
                  <a:rPr lang="en-US" sz="2400" dirty="0">
                    <a:latin typeface="Times New Roman" panose="02020603050405020304" pitchFamily="18" charset="0"/>
                    <a:cs typeface="Times New Roman" panose="02020603050405020304" pitchFamily="18" charset="0"/>
                  </a:rPr>
                  <a:t>:</a:t>
                </a:r>
              </a:p>
              <a:p>
                <a:pPr marL="342900" indent="-342900" algn="l">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Horseshoe estimates generally more precise, as expected</a:t>
                </a:r>
                <a:endParaRPr lang="en-US" sz="1000" dirty="0">
                  <a:latin typeface="Times New Roman" panose="02020603050405020304" pitchFamily="18" charset="0"/>
                  <a:cs typeface="Times New Roman" panose="02020603050405020304" pitchFamily="18" charset="0"/>
                </a:endParaRPr>
              </a:p>
              <a:p>
                <a:pPr marL="342900" indent="-342900" algn="l">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Regression coefficients far from zero consistently estimated by all models</a:t>
                </a:r>
                <a:endParaRPr lang="en-US" sz="1000" dirty="0">
                  <a:latin typeface="Times New Roman" panose="02020603050405020304" pitchFamily="18" charset="0"/>
                  <a:cs typeface="Times New Roman" panose="02020603050405020304" pitchFamily="18" charset="0"/>
                </a:endParaRPr>
              </a:p>
              <a:p>
                <a:pPr marL="342900" indent="-342900" algn="l">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stat sig Hallmarks effects detected</a:t>
                </a:r>
              </a:p>
            </p:txBody>
          </p:sp>
        </mc:Choice>
        <mc:Fallback xmlns="">
          <p:sp>
            <p:nvSpPr>
              <p:cNvPr id="9" name="TextBox 8">
                <a:extLst>
                  <a:ext uri="{FF2B5EF4-FFF2-40B4-BE49-F238E27FC236}">
                    <a16:creationId xmlns:a16="http://schemas.microsoft.com/office/drawing/2014/main" id="{0170D003-D7AF-1EC4-0337-1D7052ABE37C}"/>
                  </a:ext>
                </a:extLst>
              </p:cNvPr>
              <p:cNvSpPr txBox="1">
                <a:spLocks noRot="1" noChangeAspect="1" noMove="1" noResize="1" noEditPoints="1" noAdjustHandles="1" noChangeArrowheads="1" noChangeShapeType="1" noTextEdit="1"/>
              </p:cNvSpPr>
              <p:nvPr/>
            </p:nvSpPr>
            <p:spPr>
              <a:xfrm>
                <a:off x="6848393" y="910293"/>
                <a:ext cx="5014710" cy="5693866"/>
              </a:xfrm>
              <a:prstGeom prst="rect">
                <a:avLst/>
              </a:prstGeom>
              <a:blipFill>
                <a:blip r:embed="rId3"/>
                <a:stretch>
                  <a:fillRect l="-2020" t="-1559" r="-176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1E5DFCE0-EB48-1D53-A94A-C77785088EB2}"/>
              </a:ext>
            </a:extLst>
          </p:cNvPr>
          <p:cNvPicPr>
            <a:picLocks noChangeAspect="1"/>
          </p:cNvPicPr>
          <p:nvPr/>
        </p:nvPicPr>
        <p:blipFill>
          <a:blip r:embed="rId4"/>
          <a:stretch>
            <a:fillRect/>
          </a:stretch>
        </p:blipFill>
        <p:spPr>
          <a:xfrm>
            <a:off x="694876" y="802118"/>
            <a:ext cx="5784774" cy="5794513"/>
          </a:xfrm>
          <a:prstGeom prst="rect">
            <a:avLst/>
          </a:prstGeom>
        </p:spPr>
      </p:pic>
      <p:sp>
        <p:nvSpPr>
          <p:cNvPr id="4" name="Date Placeholder 3">
            <a:extLst>
              <a:ext uri="{FF2B5EF4-FFF2-40B4-BE49-F238E27FC236}">
                <a16:creationId xmlns:a16="http://schemas.microsoft.com/office/drawing/2014/main" id="{48730902-DEF5-D3C3-5D8B-5DFB0D00CCA5}"/>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cxnSp>
        <p:nvCxnSpPr>
          <p:cNvPr id="6" name="Straight Arrow Connector 5">
            <a:extLst>
              <a:ext uri="{FF2B5EF4-FFF2-40B4-BE49-F238E27FC236}">
                <a16:creationId xmlns:a16="http://schemas.microsoft.com/office/drawing/2014/main" id="{51135537-07AB-B734-C2E7-D1A8F857F490}"/>
              </a:ext>
            </a:extLst>
          </p:cNvPr>
          <p:cNvCxnSpPr/>
          <p:nvPr/>
        </p:nvCxnSpPr>
        <p:spPr>
          <a:xfrm flipH="1">
            <a:off x="4974771" y="5638802"/>
            <a:ext cx="108858" cy="2286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7F5DF4-E0F5-94F8-C0BB-D5D3B044E6AD}"/>
              </a:ext>
            </a:extLst>
          </p:cNvPr>
          <p:cNvSpPr txBox="1"/>
          <p:nvPr/>
        </p:nvSpPr>
        <p:spPr>
          <a:xfrm>
            <a:off x="5029200" y="5106771"/>
            <a:ext cx="1251857" cy="646331"/>
          </a:xfrm>
          <a:prstGeom prst="rect">
            <a:avLst/>
          </a:prstGeom>
          <a:noFill/>
        </p:spPr>
        <p:txBody>
          <a:bodyPr wrap="square" rtlCol="0">
            <a:spAutoFit/>
          </a:bodyPr>
          <a:lstStyle/>
          <a:p>
            <a:pPr algn="l">
              <a:lnSpc>
                <a:spcPct val="90000"/>
              </a:lnSpc>
              <a:spcAft>
                <a:spcPts val="600"/>
              </a:spcAft>
            </a:pPr>
            <a:r>
              <a:rPr lang="en-US" sz="1000" dirty="0">
                <a:solidFill>
                  <a:schemeClr val="accent1"/>
                </a:solidFill>
              </a:rPr>
              <a:t>Strong signal consistently estimated by all methods</a:t>
            </a:r>
          </a:p>
        </p:txBody>
      </p:sp>
      <p:cxnSp>
        <p:nvCxnSpPr>
          <p:cNvPr id="11" name="Straight Arrow Connector 10">
            <a:extLst>
              <a:ext uri="{FF2B5EF4-FFF2-40B4-BE49-F238E27FC236}">
                <a16:creationId xmlns:a16="http://schemas.microsoft.com/office/drawing/2014/main" id="{9DAFE8B7-506E-775A-A7B7-93B299B82684}"/>
              </a:ext>
            </a:extLst>
          </p:cNvPr>
          <p:cNvCxnSpPr/>
          <p:nvPr/>
        </p:nvCxnSpPr>
        <p:spPr>
          <a:xfrm>
            <a:off x="3526971" y="2917373"/>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AC63FFF-358F-2337-DF55-2EA0012E2C71}"/>
              </a:ext>
            </a:extLst>
          </p:cNvPr>
          <p:cNvSpPr txBox="1"/>
          <p:nvPr/>
        </p:nvSpPr>
        <p:spPr>
          <a:xfrm>
            <a:off x="2275114" y="2594207"/>
            <a:ext cx="1251857" cy="507831"/>
          </a:xfrm>
          <a:prstGeom prst="rect">
            <a:avLst/>
          </a:prstGeom>
          <a:noFill/>
        </p:spPr>
        <p:txBody>
          <a:bodyPr wrap="square" rtlCol="0">
            <a:spAutoFit/>
          </a:bodyPr>
          <a:lstStyle/>
          <a:p>
            <a:pPr algn="l">
              <a:lnSpc>
                <a:spcPct val="90000"/>
              </a:lnSpc>
              <a:spcAft>
                <a:spcPts val="600"/>
              </a:spcAft>
            </a:pPr>
            <a:r>
              <a:rPr lang="en-US" sz="1000" dirty="0">
                <a:solidFill>
                  <a:schemeClr val="accent1"/>
                </a:solidFill>
              </a:rPr>
              <a:t>Horseshoe shrinks weak effects towards 0 (HR=1)</a:t>
            </a:r>
          </a:p>
        </p:txBody>
      </p:sp>
      <p:cxnSp>
        <p:nvCxnSpPr>
          <p:cNvPr id="13" name="Straight Arrow Connector 12">
            <a:extLst>
              <a:ext uri="{FF2B5EF4-FFF2-40B4-BE49-F238E27FC236}">
                <a16:creationId xmlns:a16="http://schemas.microsoft.com/office/drawing/2014/main" id="{E757D49D-BD5E-AC4D-1122-D70466810FB8}"/>
              </a:ext>
            </a:extLst>
          </p:cNvPr>
          <p:cNvCxnSpPr>
            <a:cxnSpLocks/>
          </p:cNvCxnSpPr>
          <p:nvPr/>
        </p:nvCxnSpPr>
        <p:spPr>
          <a:xfrm flipH="1">
            <a:off x="5214257" y="2626236"/>
            <a:ext cx="119743" cy="221886"/>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C221A62-3AB3-A303-87BB-4265E036AA02}"/>
              </a:ext>
            </a:extLst>
          </p:cNvPr>
          <p:cNvSpPr txBox="1"/>
          <p:nvPr/>
        </p:nvSpPr>
        <p:spPr>
          <a:xfrm>
            <a:off x="5334000" y="2063292"/>
            <a:ext cx="1251857" cy="784830"/>
          </a:xfrm>
          <a:prstGeom prst="rect">
            <a:avLst/>
          </a:prstGeom>
          <a:noFill/>
        </p:spPr>
        <p:txBody>
          <a:bodyPr wrap="square" rtlCol="0">
            <a:spAutoFit/>
          </a:bodyPr>
          <a:lstStyle/>
          <a:p>
            <a:pPr algn="l">
              <a:lnSpc>
                <a:spcPct val="90000"/>
              </a:lnSpc>
              <a:spcAft>
                <a:spcPts val="600"/>
              </a:spcAft>
            </a:pPr>
            <a:r>
              <a:rPr lang="en-US" sz="1000" dirty="0">
                <a:solidFill>
                  <a:schemeClr val="accent1"/>
                </a:solidFill>
              </a:rPr>
              <a:t>Bayesian model using weak priors shows several potential false positives</a:t>
            </a:r>
          </a:p>
        </p:txBody>
      </p:sp>
      <p:sp>
        <p:nvSpPr>
          <p:cNvPr id="17" name="TextBox 16">
            <a:extLst>
              <a:ext uri="{FF2B5EF4-FFF2-40B4-BE49-F238E27FC236}">
                <a16:creationId xmlns:a16="http://schemas.microsoft.com/office/drawing/2014/main" id="{A76306E9-1F71-5E95-E6F5-6819C1CC228A}"/>
              </a:ext>
            </a:extLst>
          </p:cNvPr>
          <p:cNvSpPr txBox="1"/>
          <p:nvPr/>
        </p:nvSpPr>
        <p:spPr>
          <a:xfrm>
            <a:off x="2177142" y="1011752"/>
            <a:ext cx="1251857" cy="646331"/>
          </a:xfrm>
          <a:prstGeom prst="rect">
            <a:avLst/>
          </a:prstGeom>
          <a:noFill/>
        </p:spPr>
        <p:txBody>
          <a:bodyPr wrap="square" rtlCol="0">
            <a:spAutoFit/>
          </a:bodyPr>
          <a:lstStyle/>
          <a:p>
            <a:pPr algn="l">
              <a:lnSpc>
                <a:spcPct val="90000"/>
              </a:lnSpc>
              <a:spcAft>
                <a:spcPts val="600"/>
              </a:spcAft>
            </a:pPr>
            <a:r>
              <a:rPr lang="en-US" sz="1000" dirty="0">
                <a:solidFill>
                  <a:schemeClr val="accent1"/>
                </a:solidFill>
              </a:rPr>
              <a:t>No strong prognostic effect of any Hallmark identified</a:t>
            </a:r>
          </a:p>
        </p:txBody>
      </p:sp>
    </p:spTree>
    <p:extLst>
      <p:ext uri="{BB962C8B-B14F-4D97-AF65-F5344CB8AC3E}">
        <p14:creationId xmlns:p14="http://schemas.microsoft.com/office/powerpoint/2010/main" val="3835793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94B54-116A-0803-816B-41646B274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1A516-A127-472C-610C-42F3D9E06F37}"/>
              </a:ext>
            </a:extLst>
          </p:cNvPr>
          <p:cNvSpPr>
            <a:spLocks noGrp="1"/>
          </p:cNvSpPr>
          <p:nvPr>
            <p:ph type="title"/>
          </p:nvPr>
        </p:nvSpPr>
        <p:spPr>
          <a:xfrm>
            <a:off x="487680" y="204770"/>
            <a:ext cx="11376025" cy="1007427"/>
          </a:xfrm>
        </p:spPr>
        <p:txBody>
          <a:bodyPr>
            <a:normAutofit/>
          </a:bodyPr>
          <a:lstStyle/>
          <a:p>
            <a:r>
              <a:rPr lang="en-GB"/>
              <a:t>Extension 1: </a:t>
            </a:r>
            <a:r>
              <a:rPr lang="en-GB" dirty="0"/>
              <a:t>treatment effects Hallmark predictive model</a:t>
            </a:r>
          </a:p>
        </p:txBody>
      </p:sp>
      <p:sp>
        <p:nvSpPr>
          <p:cNvPr id="3" name="Slide Number Placeholder 2">
            <a:extLst>
              <a:ext uri="{FF2B5EF4-FFF2-40B4-BE49-F238E27FC236}">
                <a16:creationId xmlns:a16="http://schemas.microsoft.com/office/drawing/2014/main" id="{5EE24DE2-6DB5-8484-341C-373FD3C5806A}"/>
              </a:ext>
            </a:extLst>
          </p:cNvPr>
          <p:cNvSpPr>
            <a:spLocks noGrp="1"/>
          </p:cNvSpPr>
          <p:nvPr>
            <p:ph type="sldNum" sz="quarter" idx="12"/>
          </p:nvPr>
        </p:nvSpPr>
        <p:spPr/>
        <p:txBody>
          <a:bodyPr/>
          <a:lstStyle/>
          <a:p>
            <a:fld id="{F8E47D07-9D1E-4FE9-B31A-2F5863681021}" type="slidenum">
              <a:rPr lang="en-GB" smtClean="0"/>
              <a:pPr/>
              <a:t>9</a:t>
            </a:fld>
            <a:endParaRPr lang="en-GB"/>
          </a:p>
        </p:txBody>
      </p:sp>
      <p:grpSp>
        <p:nvGrpSpPr>
          <p:cNvPr id="5" name="Group 4">
            <a:extLst>
              <a:ext uri="{FF2B5EF4-FFF2-40B4-BE49-F238E27FC236}">
                <a16:creationId xmlns:a16="http://schemas.microsoft.com/office/drawing/2014/main" id="{0BB5AD03-5FB6-E692-E859-99ECCBE8AA3E}"/>
              </a:ext>
            </a:extLst>
          </p:cNvPr>
          <p:cNvGrpSpPr/>
          <p:nvPr/>
        </p:nvGrpSpPr>
        <p:grpSpPr>
          <a:xfrm>
            <a:off x="615750" y="796751"/>
            <a:ext cx="11576250" cy="5239511"/>
            <a:chOff x="371911" y="674370"/>
            <a:chExt cx="11576250" cy="5239511"/>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2E25BE-2258-7EB9-7144-AA71FF1C501D}"/>
                    </a:ext>
                  </a:extLst>
                </p:cNvPr>
                <p:cNvSpPr txBox="1"/>
                <p:nvPr/>
              </p:nvSpPr>
              <p:spPr>
                <a:xfrm>
                  <a:off x="371911" y="674370"/>
                  <a:ext cx="11576250" cy="5239511"/>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Predictors: </a:t>
                  </a:r>
                  <a:r>
                    <a:rPr lang="en-US" sz="2400" dirty="0">
                      <a:latin typeface="Times New Roman" panose="02020603050405020304" pitchFamily="18" charset="0"/>
                      <a:cs typeface="Times New Roman" panose="02020603050405020304" pitchFamily="18" charset="0"/>
                    </a:rPr>
                    <a:t>as on slide 6, plus </a:t>
                  </a:r>
                  <a14:m>
                    <m:oMath xmlns:m="http://schemas.openxmlformats.org/officeDocument/2006/math">
                      <m:r>
                        <a:rPr lang="en-US" sz="2400" i="1">
                          <a:latin typeface="Cambria Math" panose="02040503050406030204" pitchFamily="18" charset="0"/>
                        </a:rPr>
                        <m:t>𝑡𝑟𝑡</m:t>
                      </m:r>
                    </m:oMath>
                  </a14:m>
                  <a:r>
                    <a:rPr lang="en-US" sz="2400" dirty="0">
                      <a:latin typeface="Times New Roman" panose="02020603050405020304" pitchFamily="18" charset="0"/>
                      <a:cs typeface="Times New Roman" panose="02020603050405020304" pitchFamily="18" charset="0"/>
                    </a:rPr>
                    <a:t>: treatment indicator (0 = control, 1 = treated)</a:t>
                  </a:r>
                </a:p>
                <a:p>
                  <a:pPr>
                    <a:buNone/>
                  </a:pPr>
                  <a:r>
                    <a:rPr lang="en-US" sz="2400" b="1" dirty="0">
                      <a:latin typeface="Times New Roman" panose="02020603050405020304" pitchFamily="18" charset="0"/>
                      <a:cs typeface="Times New Roman" panose="02020603050405020304" pitchFamily="18" charset="0"/>
                    </a:rPr>
                    <a:t>Partial Likelihood extension:</a:t>
                  </a:r>
                </a:p>
                <a:p>
                  <a:pPr>
                    <a:buNone/>
                  </a:pPr>
                  <a:r>
                    <a:rPr lang="en-US" sz="2400" b="1" dirty="0">
                      <a:latin typeface="Times New Roman" panose="02020603050405020304" pitchFamily="18" charset="0"/>
                      <a:cs typeface="Times New Roman" panose="02020603050405020304" pitchFamily="18" charset="0"/>
                    </a:rPr>
                    <a:t>	Control arm (</a:t>
                  </a:r>
                  <a14:m>
                    <m:oMath xmlns:m="http://schemas.openxmlformats.org/officeDocument/2006/math">
                      <m:r>
                        <a:rPr lang="en-US" sz="2400" i="1">
                          <a:latin typeface="Cambria Math" panose="02040503050406030204" pitchFamily="18" charset="0"/>
                        </a:rPr>
                        <m:t>𝑡𝑟𝑡</m:t>
                      </m:r>
                      <m:r>
                        <a:rPr lang="en-US" sz="2400">
                          <a:latin typeface="Cambria Math" panose="02040503050406030204" pitchFamily="18" charset="0"/>
                        </a:rPr>
                        <m:t>=</m:t>
                      </m:r>
                      <m:r>
                        <a:rPr lang="en-US" sz="2400">
                          <a:latin typeface="Cambria Math" panose="02040503050406030204" pitchFamily="18" charset="0"/>
                        </a:rPr>
                        <m:t>0</m:t>
                      </m:r>
                    </m:oMath>
                  </a14:m>
                  <a:r>
                    <a:rPr lang="en-US" sz="240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b="0" i="1" smtClean="0">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bSup>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𝑋</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en-GB" sz="2400" i="1">
                                  <a:latin typeface="Cambria Math" panose="02040503050406030204" pitchFamily="18" charset="0"/>
                                </a:rPr>
                                <m:t>𝑐𝑙𝑖𝑛</m:t>
                              </m:r>
                            </m:e>
                          </m:d>
                        </m:sup>
                      </m:sSubSup>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oMath>
                  </a14:m>
                  <a:endParaRPr lang="ar-AE" sz="2400" dirty="0"/>
                </a:p>
                <a:p>
                  <a:r>
                    <a:rPr lang="en-US" sz="2400" b="1" dirty="0">
                      <a:latin typeface="Times New Roman" panose="02020603050405020304" pitchFamily="18" charset="0"/>
                      <a:cs typeface="Times New Roman" panose="02020603050405020304" pitchFamily="18" charset="0"/>
                    </a:rPr>
                    <a:t>	Treatment arm (</a:t>
                  </a:r>
                  <a14:m>
                    <m:oMath xmlns:m="http://schemas.openxmlformats.org/officeDocument/2006/math">
                      <m:r>
                        <a:rPr lang="en-US" sz="2400" i="1">
                          <a:latin typeface="Cambria Math" panose="02040503050406030204" pitchFamily="18" charset="0"/>
                        </a:rPr>
                        <m:t>𝑡𝑟𝑡</m:t>
                      </m:r>
                      <m:r>
                        <a:rPr lang="en-US" sz="2400">
                          <a:latin typeface="Cambria Math" panose="02040503050406030204" pitchFamily="18" charset="0"/>
                        </a:rPr>
                        <m:t>=</m:t>
                      </m:r>
                      <m:r>
                        <a:rPr lang="en-US" sz="2400">
                          <a:latin typeface="Cambria Math" panose="02040503050406030204" pitchFamily="18" charset="0"/>
                        </a:rPr>
                        <m:t>1</m:t>
                      </m:r>
                    </m:oMath>
                  </a14:m>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en-GB" sz="2400" b="0" i="1" smtClean="0">
                              <a:latin typeface="Cambria Math" panose="02040503050406030204" pitchFamily="18" charset="0"/>
                            </a:rPr>
                            <m:t>𝐶</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bSup>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𝑋</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en-GB" sz="2400" i="1">
                                  <a:latin typeface="Cambria Math" panose="02040503050406030204" pitchFamily="18" charset="0"/>
                                </a:rPr>
                                <m:t>𝑐𝑙𝑖𝑛</m:t>
                              </m:r>
                            </m:e>
                          </m:d>
                        </m:sup>
                      </m:sSubSup>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r>
                        <m:rPr>
                          <m:nor/>
                        </m:rPr>
                        <a:rPr lang="ar-AE" sz="2400" i="1">
                          <a:latin typeface="Cambria Math" panose="02040503050406030204" pitchFamily="18" charset="0"/>
                        </a:rPr>
                        <m:t>  </m:t>
                      </m:r>
                      <m:r>
                        <a:rPr lang="ar-AE" sz="2400">
                          <a:solidFill>
                            <a:schemeClr val="accent3"/>
                          </a:solidFill>
                          <a:latin typeface="Cambria Math" panose="02040503050406030204" pitchFamily="18" charset="0"/>
                        </a:rPr>
                        <m:t>+</m:t>
                      </m:r>
                      <m:r>
                        <m:rPr>
                          <m:nor/>
                        </m:rPr>
                        <a:rPr lang="ar-AE" sz="2400" i="1">
                          <a:solidFill>
                            <a:schemeClr val="accent3"/>
                          </a:solidFill>
                          <a:latin typeface="Cambria Math" panose="02040503050406030204" pitchFamily="18" charset="0"/>
                        </a:rPr>
                        <m:t>  </m:t>
                      </m:r>
                      <m:sSub>
                        <m:sSubPr>
                          <m:ctrlPr>
                            <a:rPr lang="ar-AE" sz="2400" i="1">
                              <a:solidFill>
                                <a:schemeClr val="accent3"/>
                              </a:solidFill>
                              <a:latin typeface="Cambria Math" panose="02040503050406030204" pitchFamily="18" charset="0"/>
                            </a:rPr>
                          </m:ctrlPr>
                        </m:sSubPr>
                        <m:e>
                          <m:r>
                            <a:rPr lang="ar-AE" sz="2400" i="1">
                              <a:solidFill>
                                <a:schemeClr val="accent3"/>
                              </a:solidFill>
                              <a:latin typeface="Cambria Math" panose="02040503050406030204" pitchFamily="18" charset="0"/>
                            </a:rPr>
                            <m:t>𝛽</m:t>
                          </m:r>
                        </m:e>
                        <m:sub>
                          <m:r>
                            <a:rPr lang="en-GB" sz="2400" i="1">
                              <a:solidFill>
                                <a:schemeClr val="accent3"/>
                              </a:solidFill>
                              <a:latin typeface="Cambria Math" panose="02040503050406030204" pitchFamily="18" charset="0"/>
                            </a:rPr>
                            <m:t>𝑡𝑟𝑡</m:t>
                          </m:r>
                        </m:sub>
                      </m:sSub>
                      <m:r>
                        <m:rPr>
                          <m:nor/>
                        </m:rPr>
                        <a:rPr lang="ar-AE" sz="2400" i="1">
                          <a:solidFill>
                            <a:schemeClr val="accent3"/>
                          </a:solidFill>
                          <a:latin typeface="Cambria Math" panose="02040503050406030204" pitchFamily="18" charset="0"/>
                        </a:rPr>
                        <m:t>  </m:t>
                      </m:r>
                      <m:r>
                        <a:rPr lang="ar-AE" sz="2400">
                          <a:solidFill>
                            <a:schemeClr val="accent3"/>
                          </a:solidFill>
                          <a:latin typeface="Cambria Math" panose="02040503050406030204" pitchFamily="18" charset="0"/>
                        </a:rPr>
                        <m:t>+</m:t>
                      </m:r>
                      <m:r>
                        <m:rPr>
                          <m:nor/>
                        </m:rPr>
                        <a:rPr lang="ar-AE" sz="2400" i="1">
                          <a:solidFill>
                            <a:schemeClr val="accent3"/>
                          </a:solidFill>
                          <a:latin typeface="Cambria Math" panose="02040503050406030204" pitchFamily="18" charset="0"/>
                        </a:rPr>
                        <m:t>  </m:t>
                      </m:r>
                      <m:sSubSup>
                        <m:sSubSupPr>
                          <m:ctrlPr>
                            <a:rPr lang="ar-AE" sz="2400" i="1">
                              <a:solidFill>
                                <a:schemeClr val="accent3"/>
                              </a:solidFill>
                              <a:latin typeface="Cambria Math" panose="02040503050406030204" pitchFamily="18" charset="0"/>
                            </a:rPr>
                          </m:ctrlPr>
                        </m:sSubSupPr>
                        <m:e>
                          <m:r>
                            <a:rPr lang="en-GB" sz="2400" b="0" i="1" smtClean="0">
                              <a:solidFill>
                                <a:schemeClr val="accent3"/>
                              </a:solidFill>
                              <a:latin typeface="Cambria Math" panose="02040503050406030204" pitchFamily="18" charset="0"/>
                            </a:rPr>
                            <m:t>𝐶</m:t>
                          </m:r>
                        </m:e>
                        <m:sub>
                          <m:r>
                            <a:rPr lang="ar-AE" sz="2400" i="1">
                              <a:solidFill>
                                <a:schemeClr val="accent3"/>
                              </a:solidFill>
                              <a:latin typeface="Cambria Math" panose="02040503050406030204" pitchFamily="18" charset="0"/>
                            </a:rPr>
                            <m:t>𝑖</m:t>
                          </m:r>
                        </m:sub>
                        <m:sup>
                          <m:d>
                            <m:dPr>
                              <m:ctrlPr>
                                <a:rPr lang="ar-AE" sz="2400" i="1">
                                  <a:solidFill>
                                    <a:schemeClr val="accent3"/>
                                  </a:solidFill>
                                  <a:latin typeface="Cambria Math" panose="02040503050406030204" pitchFamily="18" charset="0"/>
                                </a:rPr>
                              </m:ctrlPr>
                            </m:dPr>
                            <m:e>
                              <m:r>
                                <a:rPr lang="ar-AE" sz="2400" i="1">
                                  <a:solidFill>
                                    <a:schemeClr val="accent3"/>
                                  </a:solidFill>
                                  <a:latin typeface="Cambria Math" panose="02040503050406030204" pitchFamily="18" charset="0"/>
                                </a:rPr>
                                <m:t>𝑚</m:t>
                              </m:r>
                            </m:e>
                          </m:d>
                        </m:sup>
                      </m:sSubSup>
                      <m:sSub>
                        <m:sSubPr>
                          <m:ctrlPr>
                            <a:rPr lang="ar-AE" sz="2400" i="1">
                              <a:solidFill>
                                <a:schemeClr val="accent3"/>
                              </a:solidFill>
                              <a:latin typeface="Cambria Math" panose="02040503050406030204" pitchFamily="18" charset="0"/>
                            </a:rPr>
                          </m:ctrlPr>
                        </m:sSubPr>
                        <m:e>
                          <m:r>
                            <a:rPr lang="ar-AE" sz="2400" i="1">
                              <a:solidFill>
                                <a:schemeClr val="accent3"/>
                              </a:solidFill>
                              <a:latin typeface="Cambria Math" panose="02040503050406030204" pitchFamily="18" charset="0"/>
                            </a:rPr>
                            <m:t>𝛽</m:t>
                          </m:r>
                        </m:e>
                        <m:sub>
                          <m:r>
                            <a:rPr lang="en-GB" sz="2400" i="1">
                              <a:solidFill>
                                <a:schemeClr val="accent3"/>
                              </a:solidFill>
                              <a:latin typeface="Cambria Math" panose="02040503050406030204" pitchFamily="18" charset="0"/>
                            </a:rPr>
                            <m:t>𝑡𝑟𝑡</m:t>
                          </m:r>
                          <m:r>
                            <a:rPr lang="en-GB" sz="2400" i="1">
                              <a:solidFill>
                                <a:schemeClr val="accent3"/>
                              </a:solidFill>
                              <a:latin typeface="Cambria Math" panose="02040503050406030204" pitchFamily="18" charset="0"/>
                            </a:rPr>
                            <m:t>_</m:t>
                          </m:r>
                          <m:r>
                            <a:rPr lang="en-GB" sz="2400" i="1">
                              <a:solidFill>
                                <a:schemeClr val="accent3"/>
                              </a:solidFill>
                              <a:latin typeface="Cambria Math" panose="02040503050406030204" pitchFamily="18" charset="0"/>
                            </a:rPr>
                            <m:t>𝑖𝑛𝑡</m:t>
                          </m:r>
                        </m:sub>
                      </m:sSub>
                    </m:oMath>
                  </a14:m>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Note</a:t>
                  </a:r>
                  <a:r>
                    <a:rPr lang="en-US" sz="2400" dirty="0">
                      <a:latin typeface="Times New Roman" panose="02020603050405020304" pitchFamily="18" charset="0"/>
                      <a:cs typeface="Times New Roman" panose="02020603050405020304" pitchFamily="18" charset="0"/>
                    </a:rPr>
                    <a:t>: only mutant expression used in this model formulation, to mimic existing mechanisms of action e.g. KRAS, EGFR mutations are negative prognostics and become positive predictors of survival under appropriate targeted therapies</a:t>
                  </a:r>
                </a:p>
                <a:p>
                  <a:endParaRPr lang="en-US" sz="10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Priors:</a:t>
                  </a:r>
                  <a:r>
                    <a:rPr lang="en-US" sz="2400" dirty="0">
                      <a:latin typeface="Times New Roman" panose="02020603050405020304" pitchFamily="18" charset="0"/>
                      <a:cs typeface="Times New Roman" panose="02020603050405020304" pitchFamily="18" charset="0"/>
                    </a:rPr>
                    <a:t>  Treatment main effect: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𝑡𝑟𝑡</m:t>
                          </m:r>
                        </m:sub>
                      </m:sSub>
                      <m:r>
                        <a:rPr lang="ar-AE" sz="2400">
                          <a:latin typeface="Cambria Math" panose="02040503050406030204" pitchFamily="18" charset="0"/>
                        </a:rPr>
                        <m:t>∼</m:t>
                      </m:r>
                      <m:r>
                        <a:rPr lang="ar-AE" sz="2400">
                          <a:latin typeface="Cambria Math" panose="02040503050406030204" pitchFamily="18" charset="0"/>
                        </a:rPr>
                        <m:t>𝒩</m:t>
                      </m:r>
                      <m:r>
                        <a:rPr lang="en-GB" sz="2400" b="0" i="0" smtClean="0">
                          <a:latin typeface="Cambria Math" panose="02040503050406030204" pitchFamily="18" charset="0"/>
                        </a:rPr>
                        <m:t>(</m:t>
                      </m:r>
                      <m:r>
                        <a:rPr lang="en-GB" sz="2400" b="0" i="0" smtClean="0">
                          <a:latin typeface="Cambria Math" panose="02040503050406030204" pitchFamily="18" charset="0"/>
                        </a:rPr>
                        <m:t>0</m:t>
                      </m:r>
                      <m:r>
                        <a:rPr lang="en-GB" sz="2400" b="0" i="0" smtClean="0">
                          <a:latin typeface="Cambria Math" panose="02040503050406030204" pitchFamily="18" charset="0"/>
                        </a:rPr>
                        <m:t>, </m:t>
                      </m:r>
                      <m:r>
                        <a:rPr lang="en-GB" sz="2400" b="0" i="0" smtClean="0">
                          <a:latin typeface="Cambria Math" panose="02040503050406030204" pitchFamily="18" charset="0"/>
                        </a:rPr>
                        <m:t>0</m:t>
                      </m:r>
                      <m:r>
                        <a:rPr lang="en-GB" sz="2400" b="0" i="0" smtClean="0">
                          <a:latin typeface="Cambria Math" panose="02040503050406030204" pitchFamily="18" charset="0"/>
                        </a:rPr>
                        <m:t>.</m:t>
                      </m:r>
                      <m:r>
                        <a:rPr lang="en-GB" sz="2400" b="0" i="0" smtClean="0">
                          <a:latin typeface="Cambria Math" panose="02040503050406030204" pitchFamily="18" charset="0"/>
                        </a:rPr>
                        <m:t>001</m:t>
                      </m:r>
                      <m:r>
                        <a:rPr lang="en-GB" sz="2400" b="0" i="0" smtClean="0">
                          <a:latin typeface="Cambria Math" panose="02040503050406030204" pitchFamily="18" charset="0"/>
                        </a:rPr>
                        <m:t>)</m:t>
                      </m:r>
                    </m:oMath>
                  </a14:m>
                  <a:endParaRPr lang="ar-AE" sz="2400" dirty="0"/>
                </a:p>
                <a:p>
                  <a:r>
                    <a:rPr lang="en-US" sz="2400" dirty="0">
                      <a:latin typeface="Times New Roman" panose="02020603050405020304" pitchFamily="18" charset="0"/>
                      <a:cs typeface="Times New Roman" panose="02020603050405020304" pitchFamily="18" charset="0"/>
                    </a:rPr>
                    <a:t>              Hallmark, clinical, and interaction effects: Horseshoe prior</a:t>
                  </a:r>
                  <a:endParaRPr lang="ar-AE"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EE2E25BE-2258-7EB9-7144-AA71FF1C501D}"/>
                    </a:ext>
                  </a:extLst>
                </p:cNvPr>
                <p:cNvSpPr txBox="1">
                  <a:spLocks noRot="1" noChangeAspect="1" noMove="1" noResize="1" noEditPoints="1" noAdjustHandles="1" noChangeArrowheads="1" noChangeShapeType="1" noTextEdit="1"/>
                </p:cNvSpPr>
                <p:nvPr/>
              </p:nvSpPr>
              <p:spPr>
                <a:xfrm>
                  <a:off x="371911" y="674370"/>
                  <a:ext cx="11576250" cy="5239511"/>
                </a:xfrm>
                <a:prstGeom prst="rect">
                  <a:avLst/>
                </a:prstGeom>
                <a:blipFill>
                  <a:blip r:embed="rId2"/>
                  <a:stretch>
                    <a:fillRect l="-876" t="-725" r="-548" b="-1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7C4774B-92E2-7509-1F48-9F3DD4733E16}"/>
                    </a:ext>
                  </a:extLst>
                </p:cNvPr>
                <p:cNvSpPr txBox="1"/>
                <p:nvPr/>
              </p:nvSpPr>
              <p:spPr>
                <a:xfrm>
                  <a:off x="371911" y="2383322"/>
                  <a:ext cx="6167977" cy="1351204"/>
                </a:xfrm>
                <a:prstGeom prst="rect">
                  <a:avLst/>
                </a:prstGeom>
                <a:noFill/>
              </p:spPr>
              <p:txBody>
                <a:bodyPr wrap="square" rtlCol="0">
                  <a:spAutoFit/>
                </a:bodyPr>
                <a:lstStyle/>
                <a:p>
                  <a:r>
                    <a:rPr lang="en-GB" sz="2400" b="1">
                      <a:latin typeface="Times New Roman" panose="02020603050405020304" pitchFamily="18" charset="0"/>
                      <a:cs typeface="Times New Roman" panose="02020603050405020304" pitchFamily="18" charset="0"/>
                    </a:rPr>
                    <a:t>Additional regression coefficients: </a:t>
                  </a:r>
                </a:p>
                <a:p>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𝑡𝑟𝑡</m:t>
                          </m:r>
                        </m:sub>
                      </m:sSub>
                    </m:oMath>
                  </a14:m>
                  <a:r>
                    <a:rPr lang="ar-AE" sz="2400">
                      <a:latin typeface="Times New Roman" panose="02020603050405020304" pitchFamily="18" charset="0"/>
                      <a:cs typeface="Times New Roman" panose="02020603050405020304" pitchFamily="18" charset="0"/>
                    </a:rPr>
                    <a:t>: </a:t>
                  </a:r>
                  <a:r>
                    <a:rPr lang="en-GB"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ea typeface="Tahoma" panose="020B0604030504040204" pitchFamily="34" charset="0"/>
                      <a:cs typeface="Times New Roman" panose="02020603050405020304" pitchFamily="18" charset="0"/>
                    </a:rPr>
                    <a:t>baseline treatment effect</a:t>
                  </a:r>
                </a:p>
                <a:p>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b="0" i="1" smtClean="0">
                              <a:latin typeface="Cambria Math" panose="02040503050406030204" pitchFamily="18" charset="0"/>
                            </a:rPr>
                            <m:t>𝑡𝑟𝑡</m:t>
                          </m:r>
                          <m:r>
                            <a:rPr lang="en-GB" sz="2400" b="0" i="1" smtClean="0">
                              <a:latin typeface="Cambria Math" panose="02040503050406030204" pitchFamily="18" charset="0"/>
                            </a:rPr>
                            <m:t>_</m:t>
                          </m:r>
                          <m:r>
                            <a:rPr lang="en-GB" sz="2400" i="1">
                              <a:latin typeface="Cambria Math" panose="02040503050406030204" pitchFamily="18" charset="0"/>
                            </a:rPr>
                            <m:t>𝑖𝑛𝑡</m:t>
                          </m:r>
                        </m:sub>
                      </m:sSub>
                    </m:oMath>
                  </a14:m>
                  <a:r>
                    <a:rPr lang="ar-AE" sz="2400">
                      <a:latin typeface="Times New Roman" panose="02020603050405020304" pitchFamily="18" charset="0"/>
                      <a:cs typeface="Times New Roman" panose="02020603050405020304" pitchFamily="18" charset="0"/>
                    </a:rPr>
                    <a:t> </a:t>
                  </a:r>
                  <a:r>
                    <a:rPr lang="en-GB"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treatment × hallmark interactions</a:t>
                  </a:r>
                </a:p>
                <a:p>
                  <a:pPr algn="l">
                    <a:lnSpc>
                      <a:spcPct val="90000"/>
                    </a:lnSpc>
                    <a:spcAft>
                      <a:spcPts val="600"/>
                    </a:spcAft>
                  </a:pPr>
                  <a:endParaRPr lang="en-US" sz="1000" err="1"/>
                </a:p>
              </p:txBody>
            </p:sp>
          </mc:Choice>
          <mc:Fallback xmlns="">
            <p:sp>
              <p:nvSpPr>
                <p:cNvPr id="4" name="TextBox 3">
                  <a:extLst>
                    <a:ext uri="{FF2B5EF4-FFF2-40B4-BE49-F238E27FC236}">
                      <a16:creationId xmlns:a16="http://schemas.microsoft.com/office/drawing/2014/main" id="{17C4774B-92E2-7509-1F48-9F3DD4733E16}"/>
                    </a:ext>
                  </a:extLst>
                </p:cNvPr>
                <p:cNvSpPr txBox="1">
                  <a:spLocks noRot="1" noChangeAspect="1" noMove="1" noResize="1" noEditPoints="1" noAdjustHandles="1" noChangeArrowheads="1" noChangeShapeType="1" noTextEdit="1"/>
                </p:cNvSpPr>
                <p:nvPr/>
              </p:nvSpPr>
              <p:spPr>
                <a:xfrm>
                  <a:off x="371911" y="2383322"/>
                  <a:ext cx="6167977" cy="1351204"/>
                </a:xfrm>
                <a:prstGeom prst="rect">
                  <a:avLst/>
                </a:prstGeom>
                <a:blipFill>
                  <a:blip r:embed="rId3"/>
                  <a:stretch>
                    <a:fillRect l="-1482" t="-3604"/>
                  </a:stretch>
                </a:blipFill>
              </p:spPr>
              <p:txBody>
                <a:bodyPr/>
                <a:lstStyle/>
                <a:p>
                  <a:r>
                    <a:rPr lang="en-US">
                      <a:noFill/>
                    </a:rPr>
                    <a:t> </a:t>
                  </a:r>
                </a:p>
              </p:txBody>
            </p:sp>
          </mc:Fallback>
        </mc:AlternateContent>
      </p:grpSp>
      <p:sp>
        <p:nvSpPr>
          <p:cNvPr id="6" name="Date Placeholder 3">
            <a:extLst>
              <a:ext uri="{FF2B5EF4-FFF2-40B4-BE49-F238E27FC236}">
                <a16:creationId xmlns:a16="http://schemas.microsoft.com/office/drawing/2014/main" id="{F1639B5A-0241-6472-9ECF-382BE63D3213}"/>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180982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D26592-5F61-1626-9F2B-C0A25B39228B}"/>
              </a:ext>
            </a:extLst>
          </p:cNvPr>
          <p:cNvSpPr>
            <a:spLocks noGrp="1"/>
          </p:cNvSpPr>
          <p:nvPr>
            <p:ph type="sldNum" sz="quarter" idx="12"/>
          </p:nvPr>
        </p:nvSpPr>
        <p:spPr/>
        <p:txBody>
          <a:bodyPr/>
          <a:lstStyle/>
          <a:p>
            <a:fld id="{F8E47D07-9D1E-4FE9-B31A-2F5863681021}" type="slidenum">
              <a:rPr lang="en-GB" smtClean="0"/>
              <a:pPr/>
              <a:t>10</a:t>
            </a:fld>
            <a:endParaRPr lang="en-GB"/>
          </a:p>
        </p:txBody>
      </p:sp>
      <p:sp>
        <p:nvSpPr>
          <p:cNvPr id="5" name="Title 4">
            <a:extLst>
              <a:ext uri="{FF2B5EF4-FFF2-40B4-BE49-F238E27FC236}">
                <a16:creationId xmlns:a16="http://schemas.microsoft.com/office/drawing/2014/main" id="{E5E16578-36E4-89CF-0147-EC2DE27D6A41}"/>
              </a:ext>
            </a:extLst>
          </p:cNvPr>
          <p:cNvSpPr>
            <a:spLocks noGrp="1"/>
          </p:cNvSpPr>
          <p:nvPr>
            <p:ph type="title"/>
          </p:nvPr>
        </p:nvSpPr>
        <p:spPr>
          <a:xfrm>
            <a:off x="377952" y="104640"/>
            <a:ext cx="10972800" cy="914401"/>
          </a:xfrm>
        </p:spPr>
        <p:txBody>
          <a:bodyPr/>
          <a:lstStyle/>
          <a:p>
            <a:r>
              <a:rPr lang="en-GB" dirty="0"/>
              <a:t>Predictive model performance shows control of false positives and high power</a:t>
            </a:r>
            <a:r>
              <a:rPr lang="en-US" dirty="0"/>
              <a:t> </a:t>
            </a:r>
          </a:p>
        </p:txBody>
      </p:sp>
      <p:sp>
        <p:nvSpPr>
          <p:cNvPr id="7" name="TextBox 6">
            <a:extLst>
              <a:ext uri="{FF2B5EF4-FFF2-40B4-BE49-F238E27FC236}">
                <a16:creationId xmlns:a16="http://schemas.microsoft.com/office/drawing/2014/main" id="{75DA362E-4D60-E20D-456B-895418DAC5D7}"/>
              </a:ext>
            </a:extLst>
          </p:cNvPr>
          <p:cNvSpPr txBox="1"/>
          <p:nvPr/>
        </p:nvSpPr>
        <p:spPr>
          <a:xfrm>
            <a:off x="487680" y="1249799"/>
            <a:ext cx="11704320" cy="3801041"/>
          </a:xfrm>
          <a:prstGeom prst="rect">
            <a:avLst/>
          </a:prstGeom>
          <a:noFill/>
        </p:spPr>
        <p:txBody>
          <a:bodyPr wrap="square" lIns="91440" tIns="45720" rIns="91440" bIns="45720" rtlCol="0" anchor="t">
            <a:spAutoFit/>
          </a:bodyPr>
          <a:lstStyle/>
          <a:p>
            <a:pPr>
              <a:lnSpc>
                <a:spcPct val="90000"/>
              </a:lnSpc>
              <a:spcAft>
                <a:spcPts val="600"/>
              </a:spcAft>
            </a:pPr>
            <a:r>
              <a:rPr lang="en-US" sz="2400" b="1" dirty="0">
                <a:latin typeface="Times New Roman"/>
                <a:cs typeface="Times New Roman"/>
              </a:rPr>
              <a:t>Goals: </a:t>
            </a:r>
            <a:r>
              <a:rPr lang="en-US" sz="2400" dirty="0">
                <a:latin typeface="Times New Roman" panose="02020603050405020304" pitchFamily="18" charset="0"/>
                <a:cs typeface="Times New Roman" panose="02020603050405020304" pitchFamily="18" charset="0"/>
              </a:rPr>
              <a:t>To test the ability to detect </a:t>
            </a:r>
            <a:r>
              <a:rPr lang="en-US" sz="2400" b="1" dirty="0">
                <a:latin typeface="Times New Roman" panose="02020603050405020304" pitchFamily="18" charset="0"/>
                <a:cs typeface="Times New Roman" panose="02020603050405020304" pitchFamily="18" charset="0"/>
              </a:rPr>
              <a:t>true effects</a:t>
            </a:r>
            <a:r>
              <a:rPr lang="en-US" sz="2400" dirty="0">
                <a:latin typeface="Times New Roman" panose="02020603050405020304" pitchFamily="18" charset="0"/>
                <a:cs typeface="Times New Roman" panose="02020603050405020304" pitchFamily="18" charset="0"/>
              </a:rPr>
              <a:t> while controlling </a:t>
            </a:r>
            <a:r>
              <a:rPr lang="en-US" sz="2400" b="1" dirty="0">
                <a:latin typeface="Times New Roman" panose="02020603050405020304" pitchFamily="18" charset="0"/>
                <a:cs typeface="Times New Roman" panose="02020603050405020304" pitchFamily="18" charset="0"/>
              </a:rPr>
              <a:t>false positives</a:t>
            </a:r>
            <a:r>
              <a:rPr lang="en-US" sz="2400" dirty="0"/>
              <a:t>.</a:t>
            </a:r>
            <a:endParaRPr lang="en-US" sz="400" dirty="0">
              <a:latin typeface="Times New Roman" panose="02020603050405020304" pitchFamily="18" charset="0"/>
              <a:cs typeface="Times New Roman" panose="02020603050405020304" pitchFamily="18" charset="0"/>
            </a:endParaRPr>
          </a:p>
          <a:p>
            <a:pPr algn="l">
              <a:lnSpc>
                <a:spcPct val="90000"/>
              </a:lnSpc>
              <a:spcAft>
                <a:spcPts val="600"/>
              </a:spcAft>
            </a:pPr>
            <a:r>
              <a:rPr lang="en-US" sz="2400" b="1" dirty="0">
                <a:latin typeface="Times New Roman"/>
                <a:cs typeface="Times New Roman"/>
              </a:rPr>
              <a:t>Data: </a:t>
            </a:r>
            <a:r>
              <a:rPr lang="en-US" sz="2400" dirty="0">
                <a:latin typeface="Times New Roman"/>
                <a:cs typeface="Times New Roman"/>
              </a:rPr>
              <a:t>we used the actual measurements of hallmark expression for the stage III subjects of the TCGA dataset (N=130), and we simulated exponentially distributed survival data using the annotated regression model including </a:t>
            </a:r>
            <a:r>
              <a:rPr lang="en-US" sz="2400" i="1" dirty="0" err="1">
                <a:latin typeface="Times New Roman"/>
                <a:cs typeface="Times New Roman"/>
              </a:rPr>
              <a:t>trt</a:t>
            </a:r>
            <a:r>
              <a:rPr lang="en-US" sz="2400" dirty="0">
                <a:latin typeface="Times New Roman"/>
                <a:cs typeface="Times New Roman"/>
              </a:rPr>
              <a:t> and </a:t>
            </a:r>
            <a:r>
              <a:rPr lang="en-US" sz="2400" i="1" dirty="0">
                <a:latin typeface="Times New Roman"/>
                <a:cs typeface="Times New Roman"/>
              </a:rPr>
              <a:t>hallmark x </a:t>
            </a:r>
            <a:r>
              <a:rPr lang="en-US" sz="2400" i="1" dirty="0" err="1">
                <a:latin typeface="Times New Roman"/>
                <a:cs typeface="Times New Roman"/>
              </a:rPr>
              <a:t>trt</a:t>
            </a:r>
            <a:r>
              <a:rPr lang="en-US" sz="2400" i="1" dirty="0">
                <a:latin typeface="Times New Roman"/>
                <a:cs typeface="Times New Roman"/>
              </a:rPr>
              <a:t> </a:t>
            </a:r>
            <a:r>
              <a:rPr lang="en-US" sz="2400" dirty="0">
                <a:latin typeface="Times New Roman"/>
                <a:cs typeface="Times New Roman"/>
              </a:rPr>
              <a:t>effects </a:t>
            </a:r>
            <a:endParaRPr lang="en-US" sz="2400" dirty="0">
              <a:highlight>
                <a:srgbClr val="FFFF00"/>
              </a:highlight>
              <a:latin typeface="Times New Roman"/>
              <a:cs typeface="Times New Roman"/>
            </a:endParaRPr>
          </a:p>
          <a:p>
            <a:pPr algn="l">
              <a:lnSpc>
                <a:spcPct val="90000"/>
              </a:lnSpc>
              <a:spcAft>
                <a:spcPts val="600"/>
              </a:spcAft>
            </a:pPr>
            <a:r>
              <a:rPr lang="en-US" sz="2400" b="1" dirty="0">
                <a:latin typeface="Times New Roman"/>
                <a:cs typeface="Times New Roman"/>
              </a:rPr>
              <a:t>Results:  </a:t>
            </a:r>
            <a:r>
              <a:rPr lang="en-US" sz="2400" dirty="0">
                <a:latin typeface="Times New Roman"/>
                <a:cs typeface="Times New Roman"/>
              </a:rPr>
              <a:t>-</a:t>
            </a:r>
            <a:r>
              <a:rPr lang="en-US" sz="2400" b="1" dirty="0">
                <a:latin typeface="Times New Roman"/>
                <a:cs typeface="Times New Roman"/>
              </a:rPr>
              <a:t> </a:t>
            </a:r>
            <a:r>
              <a:rPr lang="en-US" sz="2400" dirty="0">
                <a:latin typeface="Times New Roman"/>
                <a:cs typeface="Times New Roman"/>
              </a:rPr>
              <a:t>Given the lack of ability of parallelization of MCMC, the simulation run time was excessive for the duration of this project (&gt;10min per simulation).</a:t>
            </a:r>
          </a:p>
          <a:p>
            <a:pPr>
              <a:lnSpc>
                <a:spcPct val="90000"/>
              </a:lnSpc>
              <a:spcAft>
                <a:spcPts val="600"/>
              </a:spcAft>
            </a:pPr>
            <a:r>
              <a:rPr lang="en-US" sz="2400" dirty="0">
                <a:latin typeface="Times New Roman"/>
                <a:cs typeface="Times New Roman"/>
              </a:rPr>
              <a:t>	   - </a:t>
            </a:r>
            <a:r>
              <a:rPr lang="en-US" sz="2400" dirty="0" err="1">
                <a:latin typeface="Times New Roman"/>
                <a:cs typeface="Times New Roman"/>
              </a:rPr>
              <a:t>Maximisation</a:t>
            </a:r>
            <a:r>
              <a:rPr lang="en-US" sz="2400" dirty="0">
                <a:latin typeface="Times New Roman"/>
                <a:cs typeface="Times New Roman"/>
              </a:rPr>
              <a:t> of the partial likelihood for the Cox model runs extremely fast, so we 	  could test the model performance without the horseshoe penalty</a:t>
            </a:r>
          </a:p>
          <a:p>
            <a:pPr marL="342900" indent="-342900" algn="l">
              <a:lnSpc>
                <a:spcPct val="90000"/>
              </a:lnSpc>
              <a:spcAft>
                <a:spcPts val="600"/>
              </a:spcAft>
              <a:buChar char="-"/>
            </a:pPr>
            <a:endParaRPr lang="en-US" sz="2400" b="1" dirty="0">
              <a:solidFill>
                <a:schemeClr val="accent3"/>
              </a:solidFill>
              <a:highlight>
                <a:srgbClr val="FFFF00"/>
              </a:highlight>
              <a:latin typeface="Times New Roman" panose="02020603050405020304" pitchFamily="18" charset="0"/>
              <a:cs typeface="Times New Roman" panose="02020603050405020304" pitchFamily="18" charset="0"/>
            </a:endParaRPr>
          </a:p>
          <a:p>
            <a:pPr>
              <a:lnSpc>
                <a:spcPct val="90000"/>
              </a:lnSpc>
              <a:spcAft>
                <a:spcPts val="600"/>
              </a:spcAft>
            </a:pPr>
            <a:endParaRPr lang="en-US" sz="2400" dirty="0">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C1BE414-B19D-1489-982E-50651F0A3A3B}"/>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63A0D2F-E06E-45E8-7668-12B137C719D5}"/>
                  </a:ext>
                </a:extLst>
              </p:cNvPr>
              <p:cNvGraphicFramePr>
                <a:graphicFrameLocks noGrp="1"/>
              </p:cNvGraphicFramePr>
              <p:nvPr>
                <p:extLst>
                  <p:ext uri="{D42A27DB-BD31-4B8C-83A1-F6EECF244321}">
                    <p14:modId xmlns:p14="http://schemas.microsoft.com/office/powerpoint/2010/main" val="3777787789"/>
                  </p:ext>
                </p:extLst>
              </p:nvPr>
            </p:nvGraphicFramePr>
            <p:xfrm>
              <a:off x="841754" y="4373328"/>
              <a:ext cx="10045196" cy="2279902"/>
            </p:xfrm>
            <a:graphic>
              <a:graphicData uri="http://schemas.openxmlformats.org/drawingml/2006/table">
                <a:tbl>
                  <a:tblPr firstRow="1" bandRow="1">
                    <a:tableStyleId>{3B4B98B0-60AC-42C2-AFA5-B58CD77FA1E5}</a:tableStyleId>
                  </a:tblPr>
                  <a:tblGrid>
                    <a:gridCol w="1536192">
                      <a:extLst>
                        <a:ext uri="{9D8B030D-6E8A-4147-A177-3AD203B41FA5}">
                          <a16:colId xmlns:a16="http://schemas.microsoft.com/office/drawing/2014/main" val="1354428880"/>
                        </a:ext>
                      </a:extLst>
                    </a:gridCol>
                    <a:gridCol w="1975104">
                      <a:extLst>
                        <a:ext uri="{9D8B030D-6E8A-4147-A177-3AD203B41FA5}">
                          <a16:colId xmlns:a16="http://schemas.microsoft.com/office/drawing/2014/main" val="1667639224"/>
                        </a:ext>
                      </a:extLst>
                    </a:gridCol>
                    <a:gridCol w="1719072">
                      <a:extLst>
                        <a:ext uri="{9D8B030D-6E8A-4147-A177-3AD203B41FA5}">
                          <a16:colId xmlns:a16="http://schemas.microsoft.com/office/drawing/2014/main" val="3573116422"/>
                        </a:ext>
                      </a:extLst>
                    </a:gridCol>
                    <a:gridCol w="2515243">
                      <a:extLst>
                        <a:ext uri="{9D8B030D-6E8A-4147-A177-3AD203B41FA5}">
                          <a16:colId xmlns:a16="http://schemas.microsoft.com/office/drawing/2014/main" val="1023373666"/>
                        </a:ext>
                      </a:extLst>
                    </a:gridCol>
                    <a:gridCol w="2299585">
                      <a:extLst>
                        <a:ext uri="{9D8B030D-6E8A-4147-A177-3AD203B41FA5}">
                          <a16:colId xmlns:a16="http://schemas.microsoft.com/office/drawing/2014/main" val="1292049650"/>
                        </a:ext>
                      </a:extLst>
                    </a:gridCol>
                  </a:tblGrid>
                  <a:tr h="376498">
                    <a:tc gridSpan="2">
                      <a:txBody>
                        <a:bodyPr/>
                        <a:lstStyle/>
                        <a:p>
                          <a:pPr algn="ctr"/>
                          <a:r>
                            <a:rPr lang="en-US"/>
                            <a:t>True Betas</a:t>
                          </a:r>
                        </a:p>
                      </a:txBody>
                      <a:tcPr anchor="ctr" anchorCtr="1"/>
                    </a:tc>
                    <a:tc hMerge="1">
                      <a:txBody>
                        <a:bodyPr/>
                        <a:lstStyle/>
                        <a:p>
                          <a:pPr algn="ctr"/>
                          <a:endParaRPr lang="en-US"/>
                        </a:p>
                      </a:txBody>
                      <a:tcPr anchor="ctr" anchorCtr="1"/>
                    </a:tc>
                    <a:tc gridSpan="2">
                      <a:txBody>
                        <a:bodyPr/>
                        <a:lstStyle/>
                        <a:p>
                          <a:pPr lvl="0" algn="ctr">
                            <a:lnSpc>
                              <a:spcPct val="100000"/>
                            </a:lnSpc>
                            <a:spcBef>
                              <a:spcPts val="0"/>
                            </a:spcBef>
                            <a:spcAft>
                              <a:spcPts val="0"/>
                            </a:spcAft>
                            <a:buNone/>
                          </a:pPr>
                          <a:r>
                            <a:rPr lang="en-US" sz="1800" b="1" i="0" u="none" strike="noStrike" noProof="0">
                              <a:latin typeface="Calibri"/>
                            </a:rPr>
                            <a:t>True Positive Rate</a:t>
                          </a:r>
                        </a:p>
                      </a:txBody>
                      <a:tcPr anchor="ctr" anchorCtr="1"/>
                    </a:tc>
                    <a:tc hMerge="1">
                      <a:txBody>
                        <a:bodyPr/>
                        <a:lstStyle/>
                        <a:p>
                          <a:endParaRPr/>
                        </a:p>
                      </a:txBody>
                      <a:tcPr anchor="ctr" anchorCtr="1"/>
                    </a:tc>
                    <a:tc rowSpan="2">
                      <a:txBody>
                        <a:bodyPr/>
                        <a:lstStyle/>
                        <a:p>
                          <a:pPr algn="ctr"/>
                          <a:r>
                            <a:rPr lang="en-US"/>
                            <a:t>False Positive Rate</a:t>
                          </a:r>
                        </a:p>
                      </a:txBody>
                      <a:tcPr anchor="ctr" anchorCtr="1"/>
                    </a:tc>
                    <a:extLst>
                      <a:ext uri="{0D108BD9-81ED-4DB2-BD59-A6C34878D82A}">
                        <a16:rowId xmlns:a16="http://schemas.microsoft.com/office/drawing/2014/main" val="2645057765"/>
                      </a:ext>
                    </a:extLst>
                  </a:tr>
                  <a:tr h="376498">
                    <a:tc>
                      <a:txBody>
                        <a:bodyPr/>
                        <a:lstStyle/>
                        <a:p>
                          <a:pPr algn="ctr"/>
                          <a:r>
                            <a:rPr lang="en-US" sz="1800" b="1" i="0" u="none" strike="noStrike" kern="1200">
                              <a:solidFill>
                                <a:schemeClr val="tx1"/>
                              </a:solidFill>
                              <a:latin typeface="+mn-lt"/>
                              <a:ea typeface="+mn-ea"/>
                              <a:cs typeface="+mn-cs"/>
                            </a:rPr>
                            <a:t>hallmark</a:t>
                          </a:r>
                        </a:p>
                      </a:txBody>
                      <a:tcPr anchor="ctr" anchorCtr="1"/>
                    </a:tc>
                    <a:tc>
                      <a:txBody>
                        <a:bodyPr/>
                        <a:lstStyle/>
                        <a:p>
                          <a:pPr algn="ctr"/>
                          <a:r>
                            <a:rPr lang="en-US" sz="1800" b="1" i="0" u="none" strike="noStrike" kern="1200">
                              <a:solidFill>
                                <a:schemeClr val="tx1"/>
                              </a:solidFill>
                              <a:latin typeface="+mn-lt"/>
                              <a:ea typeface="+mn-ea"/>
                              <a:cs typeface="+mn-cs"/>
                            </a:rPr>
                            <a:t>hallmark x </a:t>
                          </a:r>
                          <a:r>
                            <a:rPr lang="en-US" sz="1800" b="1" i="0" u="none" strike="noStrike" kern="1200" err="1">
                              <a:solidFill>
                                <a:schemeClr val="tx1"/>
                              </a:solidFill>
                              <a:latin typeface="+mn-lt"/>
                              <a:ea typeface="+mn-ea"/>
                              <a:cs typeface="+mn-cs"/>
                            </a:rPr>
                            <a:t>trt</a:t>
                          </a:r>
                          <a:r>
                            <a:rPr lang="en-US" sz="1800" b="1" i="0" u="none" strike="noStrike" kern="1200">
                              <a:solidFill>
                                <a:schemeClr val="tx1"/>
                              </a:solidFill>
                              <a:latin typeface="+mn-lt"/>
                              <a:ea typeface="+mn-ea"/>
                              <a:cs typeface="+mn-cs"/>
                            </a:rPr>
                            <a:t> </a:t>
                          </a:r>
                        </a:p>
                      </a:txBody>
                      <a:tcPr anchor="ctr" anchorCtr="1"/>
                    </a:tc>
                    <a:tc>
                      <a:txBody>
                        <a:bodyPr/>
                        <a:lstStyle/>
                        <a:p>
                          <a:pPr lvl="0" algn="ctr">
                            <a:lnSpc>
                              <a:spcPct val="100000"/>
                            </a:lnSpc>
                            <a:spcBef>
                              <a:spcPts val="0"/>
                            </a:spcBef>
                            <a:spcAft>
                              <a:spcPts val="0"/>
                            </a:spcAft>
                            <a:buNone/>
                          </a:pPr>
                          <a:r>
                            <a:rPr lang="en-US" sz="1800" b="1" i="0" u="none" strike="noStrike" noProof="0" dirty="0">
                              <a:latin typeface="+mn-lt"/>
                            </a:rPr>
                            <a:t>hallmark  </a:t>
                          </a:r>
                          <a14:m>
                            <m:oMath xmlns:m="http://schemas.openxmlformats.org/officeDocument/2006/math">
                              <m:r>
                                <a:rPr lang="ar-AE" sz="1800" i="1" smtClean="0">
                                  <a:latin typeface="Cambria Math" panose="02040503050406030204" pitchFamily="18" charset="0"/>
                                </a:rPr>
                                <m:t>𝛽</m:t>
                              </m:r>
                            </m:oMath>
                          </a14:m>
                          <a:endParaRPr lang="en-US" sz="1800" b="1" i="0" u="none" strike="noStrike" noProof="0" dirty="0">
                            <a:latin typeface="Calibri"/>
                          </a:endParaRPr>
                        </a:p>
                      </a:txBody>
                      <a:tcPr anchor="ctr" anchorCtr="1"/>
                    </a:tc>
                    <a:tc>
                      <a:txBody>
                        <a:bodyPr/>
                        <a:lstStyle/>
                        <a:p>
                          <a:r>
                            <a:rPr lang="en-US" sz="1800" b="1" i="0" u="none" strike="noStrike" noProof="0" dirty="0">
                              <a:latin typeface="+mn-lt"/>
                            </a:rPr>
                            <a:t>hallmark by </a:t>
                          </a:r>
                          <a:r>
                            <a:rPr lang="en-US" sz="1800" b="1" i="0" u="none" strike="noStrike" noProof="0" dirty="0" err="1">
                              <a:latin typeface="+mn-lt"/>
                            </a:rPr>
                            <a:t>trt</a:t>
                          </a:r>
                          <a:r>
                            <a:rPr lang="en-US" sz="1800" b="1" i="0" u="none" strike="noStrike" noProof="0" dirty="0">
                              <a:latin typeface="+mn-lt"/>
                            </a:rPr>
                            <a:t> </a:t>
                          </a:r>
                          <a14:m>
                            <m:oMath xmlns:m="http://schemas.openxmlformats.org/officeDocument/2006/math">
                              <m:r>
                                <a:rPr lang="ar-AE" sz="1800" i="1" smtClean="0">
                                  <a:latin typeface="Cambria Math" panose="02040503050406030204" pitchFamily="18" charset="0"/>
                                </a:rPr>
                                <m:t>𝛽</m:t>
                              </m:r>
                            </m:oMath>
                          </a14:m>
                          <a:endParaRPr lang="en-GB" dirty="0"/>
                        </a:p>
                      </a:txBody>
                      <a:tcPr anchor="ctr" anchorCtr="1"/>
                    </a:tc>
                    <a:tc vMerge="1">
                      <a:txBody>
                        <a:bodyPr/>
                        <a:lstStyle/>
                        <a:p>
                          <a:endParaRPr lang="en-GB"/>
                        </a:p>
                      </a:txBody>
                      <a:tcPr/>
                    </a:tc>
                    <a:extLst>
                      <a:ext uri="{0D108BD9-81ED-4DB2-BD59-A6C34878D82A}">
                        <a16:rowId xmlns:a16="http://schemas.microsoft.com/office/drawing/2014/main" val="2704473250"/>
                      </a:ext>
                    </a:extLst>
                  </a:tr>
                  <a:tr h="381727">
                    <a:tc>
                      <a:txBody>
                        <a:bodyPr/>
                        <a:lstStyle/>
                        <a:p>
                          <a:pPr algn="ctr"/>
                          <a:r>
                            <a:rPr lang="en-US"/>
                            <a:t>0</a:t>
                          </a:r>
                        </a:p>
                      </a:txBody>
                      <a:tcPr anchor="ctr" anchorCtr="1"/>
                    </a:tc>
                    <a:tc>
                      <a:txBody>
                        <a:bodyPr/>
                        <a:lstStyle/>
                        <a:p>
                          <a:pPr algn="ctr"/>
                          <a:r>
                            <a:rPr lang="en-US" dirty="0"/>
                            <a:t>0</a:t>
                          </a:r>
                        </a:p>
                      </a:txBody>
                      <a:tcPr anchor="ctr" anchorCtr="1"/>
                    </a:tc>
                    <a:tc>
                      <a:txBody>
                        <a:bodyPr/>
                        <a:lstStyle/>
                        <a:p>
                          <a:pPr algn="ctr"/>
                          <a:r>
                            <a:rPr lang="en-US" dirty="0"/>
                            <a:t> -</a:t>
                          </a:r>
                        </a:p>
                      </a:txBody>
                      <a:tcPr anchor="ctr" anchorCtr="1"/>
                    </a:tc>
                    <a:tc>
                      <a:txBody>
                        <a:bodyPr/>
                        <a:lstStyle/>
                        <a:p>
                          <a:pPr algn="ctr"/>
                          <a:r>
                            <a:rPr lang="en-US" dirty="0"/>
                            <a:t> -</a:t>
                          </a:r>
                        </a:p>
                      </a:txBody>
                      <a:tcPr anchor="ctr" anchorCtr="1"/>
                    </a:tc>
                    <a:tc>
                      <a:txBody>
                        <a:bodyPr/>
                        <a:lstStyle/>
                        <a:p>
                          <a:pPr algn="ctr"/>
                          <a:r>
                            <a:rPr lang="en-US"/>
                            <a:t>1% ~ 3%</a:t>
                          </a:r>
                        </a:p>
                      </a:txBody>
                      <a:tcPr anchor="ctr" anchorCtr="1"/>
                    </a:tc>
                    <a:extLst>
                      <a:ext uri="{0D108BD9-81ED-4DB2-BD59-A6C34878D82A}">
                        <a16:rowId xmlns:a16="http://schemas.microsoft.com/office/drawing/2014/main" val="2554378877"/>
                      </a:ext>
                    </a:extLst>
                  </a:tr>
                  <a:tr h="381727">
                    <a:tc rowSpan="3">
                      <a:txBody>
                        <a:bodyPr/>
                        <a:lstStyle/>
                        <a:p>
                          <a:pPr lvl="0" algn="ctr">
                            <a:buNone/>
                          </a:pPr>
                          <a:r>
                            <a:rPr lang="en-US"/>
                            <a:t>10</a:t>
                          </a:r>
                        </a:p>
                      </a:txBody>
                      <a:tcPr anchor="ctr" anchorCtr="1"/>
                    </a:tc>
                    <a:tc>
                      <a:txBody>
                        <a:bodyPr/>
                        <a:lstStyle/>
                        <a:p>
                          <a:pPr algn="ctr"/>
                          <a:r>
                            <a:rPr lang="en-US"/>
                            <a:t>-5</a:t>
                          </a:r>
                        </a:p>
                      </a:txBody>
                      <a:tcPr anchor="ctr" anchorCtr="1"/>
                    </a:tc>
                    <a:tc rowSpan="3">
                      <a:txBody>
                        <a:bodyPr/>
                        <a:lstStyle/>
                        <a:p>
                          <a:pPr algn="ctr"/>
                          <a:r>
                            <a:rPr lang="en-US" dirty="0"/>
                            <a:t>&gt;90%</a:t>
                          </a:r>
                        </a:p>
                      </a:txBody>
                      <a:tcPr anchor="ctr" anchorCtr="1"/>
                    </a:tc>
                    <a:tc>
                      <a:txBody>
                        <a:bodyPr/>
                        <a:lstStyle/>
                        <a:p>
                          <a:pPr algn="ctr"/>
                          <a:r>
                            <a:rPr lang="en-US"/>
                            <a:t>~10%</a:t>
                          </a:r>
                        </a:p>
                      </a:txBody>
                      <a:tcPr anchor="ctr" anchorCtr="1"/>
                    </a:tc>
                    <a:tc rowSpan="3">
                      <a:txBody>
                        <a:bodyPr/>
                        <a:lstStyle/>
                        <a:p>
                          <a:pPr lvl="0" algn="ctr">
                            <a:buNone/>
                          </a:pPr>
                          <a:r>
                            <a:rPr lang="en-US"/>
                            <a:t>&lt;5%</a:t>
                          </a:r>
                        </a:p>
                      </a:txBody>
                      <a:tcPr anchor="ctr" anchorCtr="1"/>
                    </a:tc>
                    <a:extLst>
                      <a:ext uri="{0D108BD9-81ED-4DB2-BD59-A6C34878D82A}">
                        <a16:rowId xmlns:a16="http://schemas.microsoft.com/office/drawing/2014/main" val="4043266103"/>
                      </a:ext>
                    </a:extLst>
                  </a:tr>
                  <a:tr h="381726">
                    <a:tc vMerge="1">
                      <a:txBody>
                        <a:bodyPr/>
                        <a:lstStyle/>
                        <a:p>
                          <a:pPr lvl="0">
                            <a:buNone/>
                          </a:pPr>
                          <a:endParaRPr lang="en-US"/>
                        </a:p>
                      </a:txBody>
                      <a:tcPr/>
                    </a:tc>
                    <a:tc>
                      <a:txBody>
                        <a:bodyPr/>
                        <a:lstStyle/>
                        <a:p>
                          <a:pPr lvl="0" algn="ctr">
                            <a:buNone/>
                          </a:pPr>
                          <a:r>
                            <a:rPr lang="en-US"/>
                            <a:t>-10</a:t>
                          </a:r>
                        </a:p>
                      </a:txBody>
                      <a:tcPr anchor="ctr" anchorCtr="1"/>
                    </a:tc>
                    <a:tc vMerge="1">
                      <a:txBody>
                        <a:bodyPr/>
                        <a:lstStyle/>
                        <a:p>
                          <a:pPr lvl="0">
                            <a:buNone/>
                          </a:pPr>
                          <a:endParaRPr lang="en-US"/>
                        </a:p>
                      </a:txBody>
                      <a:tcPr/>
                    </a:tc>
                    <a:tc>
                      <a:txBody>
                        <a:bodyPr/>
                        <a:lstStyle/>
                        <a:p>
                          <a:pPr lvl="0" algn="ctr">
                            <a:buNone/>
                          </a:pPr>
                          <a:r>
                            <a:rPr lang="en-US"/>
                            <a:t>~30%</a:t>
                          </a:r>
                        </a:p>
                      </a:txBody>
                      <a:tcPr anchor="ctr" anchorCtr="1"/>
                    </a:tc>
                    <a:tc vMerge="1">
                      <a:txBody>
                        <a:bodyPr/>
                        <a:lstStyle/>
                        <a:p>
                          <a:pPr lvl="0">
                            <a:buNone/>
                          </a:pPr>
                          <a:endParaRPr lang="en-US"/>
                        </a:p>
                      </a:txBody>
                      <a:tcPr/>
                    </a:tc>
                    <a:extLst>
                      <a:ext uri="{0D108BD9-81ED-4DB2-BD59-A6C34878D82A}">
                        <a16:rowId xmlns:a16="http://schemas.microsoft.com/office/drawing/2014/main" val="1130759035"/>
                      </a:ext>
                    </a:extLst>
                  </a:tr>
                  <a:tr h="381726">
                    <a:tc vMerge="1">
                      <a:txBody>
                        <a:bodyPr/>
                        <a:lstStyle/>
                        <a:p>
                          <a:endParaRPr/>
                        </a:p>
                      </a:txBody>
                      <a:tcPr/>
                    </a:tc>
                    <a:tc>
                      <a:txBody>
                        <a:bodyPr/>
                        <a:lstStyle/>
                        <a:p>
                          <a:pPr lvl="0" algn="ctr">
                            <a:buNone/>
                          </a:pPr>
                          <a:r>
                            <a:rPr lang="en-US" dirty="0"/>
                            <a:t>-15</a:t>
                          </a:r>
                        </a:p>
                      </a:txBody>
                      <a:tcPr anchor="ctr" anchorCtr="1"/>
                    </a:tc>
                    <a:tc vMerge="1">
                      <a:txBody>
                        <a:bodyPr/>
                        <a:lstStyle/>
                        <a:p>
                          <a:pPr lvl="0">
                            <a:buNone/>
                          </a:pPr>
                          <a:endParaRPr lang="en-US"/>
                        </a:p>
                      </a:txBody>
                      <a:tcPr/>
                    </a:tc>
                    <a:tc>
                      <a:txBody>
                        <a:bodyPr/>
                        <a:lstStyle/>
                        <a:p>
                          <a:pPr lvl="0" algn="ctr">
                            <a:buNone/>
                          </a:pPr>
                          <a:r>
                            <a:rPr lang="en-US" dirty="0"/>
                            <a:t>~80%</a:t>
                          </a:r>
                        </a:p>
                      </a:txBody>
                      <a:tcPr anchor="ctr" anchorCtr="1"/>
                    </a:tc>
                    <a:tc vMerge="1">
                      <a:txBody>
                        <a:bodyPr/>
                        <a:lstStyle/>
                        <a:p>
                          <a:endParaRPr/>
                        </a:p>
                      </a:txBody>
                      <a:tcPr/>
                    </a:tc>
                    <a:extLst>
                      <a:ext uri="{0D108BD9-81ED-4DB2-BD59-A6C34878D82A}">
                        <a16:rowId xmlns:a16="http://schemas.microsoft.com/office/drawing/2014/main" val="2941972541"/>
                      </a:ext>
                    </a:extLst>
                  </a:tr>
                </a:tbl>
              </a:graphicData>
            </a:graphic>
          </p:graphicFrame>
        </mc:Choice>
        <mc:Fallback xmlns="">
          <p:graphicFrame>
            <p:nvGraphicFramePr>
              <p:cNvPr id="3" name="Table 2">
                <a:extLst>
                  <a:ext uri="{FF2B5EF4-FFF2-40B4-BE49-F238E27FC236}">
                    <a16:creationId xmlns:a16="http://schemas.microsoft.com/office/drawing/2014/main" id="{B63A0D2F-E06E-45E8-7668-12B137C719D5}"/>
                  </a:ext>
                </a:extLst>
              </p:cNvPr>
              <p:cNvGraphicFramePr>
                <a:graphicFrameLocks noGrp="1"/>
              </p:cNvGraphicFramePr>
              <p:nvPr>
                <p:extLst>
                  <p:ext uri="{D42A27DB-BD31-4B8C-83A1-F6EECF244321}">
                    <p14:modId xmlns:p14="http://schemas.microsoft.com/office/powerpoint/2010/main" val="3777787789"/>
                  </p:ext>
                </p:extLst>
              </p:nvPr>
            </p:nvGraphicFramePr>
            <p:xfrm>
              <a:off x="841754" y="4373328"/>
              <a:ext cx="10045196" cy="2279902"/>
            </p:xfrm>
            <a:graphic>
              <a:graphicData uri="http://schemas.openxmlformats.org/drawingml/2006/table">
                <a:tbl>
                  <a:tblPr firstRow="1" bandRow="1">
                    <a:tableStyleId>{3B4B98B0-60AC-42C2-AFA5-B58CD77FA1E5}</a:tableStyleId>
                  </a:tblPr>
                  <a:tblGrid>
                    <a:gridCol w="1536192">
                      <a:extLst>
                        <a:ext uri="{9D8B030D-6E8A-4147-A177-3AD203B41FA5}">
                          <a16:colId xmlns:a16="http://schemas.microsoft.com/office/drawing/2014/main" val="1354428880"/>
                        </a:ext>
                      </a:extLst>
                    </a:gridCol>
                    <a:gridCol w="1975104">
                      <a:extLst>
                        <a:ext uri="{9D8B030D-6E8A-4147-A177-3AD203B41FA5}">
                          <a16:colId xmlns:a16="http://schemas.microsoft.com/office/drawing/2014/main" val="1667639224"/>
                        </a:ext>
                      </a:extLst>
                    </a:gridCol>
                    <a:gridCol w="1719072">
                      <a:extLst>
                        <a:ext uri="{9D8B030D-6E8A-4147-A177-3AD203B41FA5}">
                          <a16:colId xmlns:a16="http://schemas.microsoft.com/office/drawing/2014/main" val="3573116422"/>
                        </a:ext>
                      </a:extLst>
                    </a:gridCol>
                    <a:gridCol w="2515243">
                      <a:extLst>
                        <a:ext uri="{9D8B030D-6E8A-4147-A177-3AD203B41FA5}">
                          <a16:colId xmlns:a16="http://schemas.microsoft.com/office/drawing/2014/main" val="1023373666"/>
                        </a:ext>
                      </a:extLst>
                    </a:gridCol>
                    <a:gridCol w="2299585">
                      <a:extLst>
                        <a:ext uri="{9D8B030D-6E8A-4147-A177-3AD203B41FA5}">
                          <a16:colId xmlns:a16="http://schemas.microsoft.com/office/drawing/2014/main" val="1292049650"/>
                        </a:ext>
                      </a:extLst>
                    </a:gridCol>
                  </a:tblGrid>
                  <a:tr h="376498">
                    <a:tc gridSpan="2">
                      <a:txBody>
                        <a:bodyPr/>
                        <a:lstStyle/>
                        <a:p>
                          <a:pPr algn="ctr"/>
                          <a:r>
                            <a:rPr lang="en-US"/>
                            <a:t>True Betas</a:t>
                          </a:r>
                        </a:p>
                      </a:txBody>
                      <a:tcPr anchor="ctr" anchorCtr="1"/>
                    </a:tc>
                    <a:tc hMerge="1">
                      <a:txBody>
                        <a:bodyPr/>
                        <a:lstStyle/>
                        <a:p>
                          <a:pPr algn="ctr"/>
                          <a:endParaRPr lang="en-US"/>
                        </a:p>
                      </a:txBody>
                      <a:tcPr anchor="ctr" anchorCtr="1"/>
                    </a:tc>
                    <a:tc gridSpan="2">
                      <a:txBody>
                        <a:bodyPr/>
                        <a:lstStyle/>
                        <a:p>
                          <a:pPr lvl="0" algn="ctr">
                            <a:lnSpc>
                              <a:spcPct val="100000"/>
                            </a:lnSpc>
                            <a:spcBef>
                              <a:spcPts val="0"/>
                            </a:spcBef>
                            <a:spcAft>
                              <a:spcPts val="0"/>
                            </a:spcAft>
                            <a:buNone/>
                          </a:pPr>
                          <a:r>
                            <a:rPr lang="en-US" sz="1800" b="1" i="0" u="none" strike="noStrike" noProof="0">
                              <a:latin typeface="Calibri"/>
                            </a:rPr>
                            <a:t>True Positive Rate</a:t>
                          </a:r>
                        </a:p>
                      </a:txBody>
                      <a:tcPr anchor="ctr" anchorCtr="1"/>
                    </a:tc>
                    <a:tc hMerge="1">
                      <a:txBody>
                        <a:bodyPr/>
                        <a:lstStyle/>
                        <a:p>
                          <a:endParaRPr/>
                        </a:p>
                      </a:txBody>
                      <a:tcPr anchor="ctr" anchorCtr="1"/>
                    </a:tc>
                    <a:tc rowSpan="2">
                      <a:txBody>
                        <a:bodyPr/>
                        <a:lstStyle/>
                        <a:p>
                          <a:pPr algn="ctr"/>
                          <a:r>
                            <a:rPr lang="en-US"/>
                            <a:t>False Positive Rate</a:t>
                          </a:r>
                        </a:p>
                      </a:txBody>
                      <a:tcPr anchor="ctr" anchorCtr="1"/>
                    </a:tc>
                    <a:extLst>
                      <a:ext uri="{0D108BD9-81ED-4DB2-BD59-A6C34878D82A}">
                        <a16:rowId xmlns:a16="http://schemas.microsoft.com/office/drawing/2014/main" val="2645057765"/>
                      </a:ext>
                    </a:extLst>
                  </a:tr>
                  <a:tr h="376498">
                    <a:tc>
                      <a:txBody>
                        <a:bodyPr/>
                        <a:lstStyle/>
                        <a:p>
                          <a:pPr algn="ctr"/>
                          <a:r>
                            <a:rPr lang="en-US" sz="1800" b="1" i="0" u="none" strike="noStrike" kern="1200">
                              <a:solidFill>
                                <a:schemeClr val="tx1"/>
                              </a:solidFill>
                              <a:latin typeface="+mn-lt"/>
                              <a:ea typeface="+mn-ea"/>
                              <a:cs typeface="+mn-cs"/>
                            </a:rPr>
                            <a:t>hallmark</a:t>
                          </a:r>
                        </a:p>
                      </a:txBody>
                      <a:tcPr anchor="ctr" anchorCtr="1"/>
                    </a:tc>
                    <a:tc>
                      <a:txBody>
                        <a:bodyPr/>
                        <a:lstStyle/>
                        <a:p>
                          <a:pPr algn="ctr"/>
                          <a:r>
                            <a:rPr lang="en-US" sz="1800" b="1" i="0" u="none" strike="noStrike" kern="1200">
                              <a:solidFill>
                                <a:schemeClr val="tx1"/>
                              </a:solidFill>
                              <a:latin typeface="+mn-lt"/>
                              <a:ea typeface="+mn-ea"/>
                              <a:cs typeface="+mn-cs"/>
                            </a:rPr>
                            <a:t>hallmark x </a:t>
                          </a:r>
                          <a:r>
                            <a:rPr lang="en-US" sz="1800" b="1" i="0" u="none" strike="noStrike" kern="1200" err="1">
                              <a:solidFill>
                                <a:schemeClr val="tx1"/>
                              </a:solidFill>
                              <a:latin typeface="+mn-lt"/>
                              <a:ea typeface="+mn-ea"/>
                              <a:cs typeface="+mn-cs"/>
                            </a:rPr>
                            <a:t>trt</a:t>
                          </a:r>
                          <a:r>
                            <a:rPr lang="en-US" sz="1800" b="1" i="0" u="none" strike="noStrike" kern="1200">
                              <a:solidFill>
                                <a:schemeClr val="tx1"/>
                              </a:solidFill>
                              <a:latin typeface="+mn-lt"/>
                              <a:ea typeface="+mn-ea"/>
                              <a:cs typeface="+mn-cs"/>
                            </a:rPr>
                            <a:t> </a:t>
                          </a:r>
                        </a:p>
                      </a:txBody>
                      <a:tcPr anchor="ctr" anchorCtr="1"/>
                    </a:tc>
                    <a:tc>
                      <a:txBody>
                        <a:bodyPr/>
                        <a:lstStyle/>
                        <a:p>
                          <a:endParaRPr lang="en-US"/>
                        </a:p>
                      </a:txBody>
                      <a:tcPr anchor="ctr" anchorCtr="1">
                        <a:blipFill>
                          <a:blip r:embed="rId2"/>
                          <a:stretch>
                            <a:fillRect l="-205185" t="-110345" r="-281481" b="-444828"/>
                          </a:stretch>
                        </a:blipFill>
                      </a:tcPr>
                    </a:tc>
                    <a:tc>
                      <a:txBody>
                        <a:bodyPr/>
                        <a:lstStyle/>
                        <a:p>
                          <a:endParaRPr lang="en-US"/>
                        </a:p>
                      </a:txBody>
                      <a:tcPr anchor="ctr" anchorCtr="1">
                        <a:blipFill>
                          <a:blip r:embed="rId2"/>
                          <a:stretch>
                            <a:fillRect l="-207035" t="-110345" r="-90955" b="-444828"/>
                          </a:stretch>
                        </a:blipFill>
                      </a:tcPr>
                    </a:tc>
                    <a:tc vMerge="1">
                      <a:txBody>
                        <a:bodyPr/>
                        <a:lstStyle/>
                        <a:p>
                          <a:endParaRPr lang="en-GB"/>
                        </a:p>
                      </a:txBody>
                      <a:tcPr/>
                    </a:tc>
                    <a:extLst>
                      <a:ext uri="{0D108BD9-81ED-4DB2-BD59-A6C34878D82A}">
                        <a16:rowId xmlns:a16="http://schemas.microsoft.com/office/drawing/2014/main" val="2704473250"/>
                      </a:ext>
                    </a:extLst>
                  </a:tr>
                  <a:tr h="381727">
                    <a:tc>
                      <a:txBody>
                        <a:bodyPr/>
                        <a:lstStyle/>
                        <a:p>
                          <a:pPr algn="ctr"/>
                          <a:r>
                            <a:rPr lang="en-US"/>
                            <a:t>0</a:t>
                          </a:r>
                        </a:p>
                      </a:txBody>
                      <a:tcPr anchor="ctr" anchorCtr="1"/>
                    </a:tc>
                    <a:tc>
                      <a:txBody>
                        <a:bodyPr/>
                        <a:lstStyle/>
                        <a:p>
                          <a:pPr algn="ctr"/>
                          <a:r>
                            <a:rPr lang="en-US" dirty="0"/>
                            <a:t>0</a:t>
                          </a:r>
                        </a:p>
                      </a:txBody>
                      <a:tcPr anchor="ctr" anchorCtr="1"/>
                    </a:tc>
                    <a:tc>
                      <a:txBody>
                        <a:bodyPr/>
                        <a:lstStyle/>
                        <a:p>
                          <a:pPr algn="ctr"/>
                          <a:r>
                            <a:rPr lang="en-US" dirty="0"/>
                            <a:t> -</a:t>
                          </a:r>
                        </a:p>
                      </a:txBody>
                      <a:tcPr anchor="ctr" anchorCtr="1"/>
                    </a:tc>
                    <a:tc>
                      <a:txBody>
                        <a:bodyPr/>
                        <a:lstStyle/>
                        <a:p>
                          <a:pPr algn="ctr"/>
                          <a:r>
                            <a:rPr lang="en-US" dirty="0"/>
                            <a:t> -</a:t>
                          </a:r>
                        </a:p>
                      </a:txBody>
                      <a:tcPr anchor="ctr" anchorCtr="1"/>
                    </a:tc>
                    <a:tc>
                      <a:txBody>
                        <a:bodyPr/>
                        <a:lstStyle/>
                        <a:p>
                          <a:pPr algn="ctr"/>
                          <a:r>
                            <a:rPr lang="en-US"/>
                            <a:t>1% ~ 3%</a:t>
                          </a:r>
                        </a:p>
                      </a:txBody>
                      <a:tcPr anchor="ctr" anchorCtr="1"/>
                    </a:tc>
                    <a:extLst>
                      <a:ext uri="{0D108BD9-81ED-4DB2-BD59-A6C34878D82A}">
                        <a16:rowId xmlns:a16="http://schemas.microsoft.com/office/drawing/2014/main" val="2554378877"/>
                      </a:ext>
                    </a:extLst>
                  </a:tr>
                  <a:tr h="381727">
                    <a:tc rowSpan="3">
                      <a:txBody>
                        <a:bodyPr/>
                        <a:lstStyle/>
                        <a:p>
                          <a:pPr lvl="0" algn="ctr">
                            <a:buNone/>
                          </a:pPr>
                          <a:r>
                            <a:rPr lang="en-US"/>
                            <a:t>10</a:t>
                          </a:r>
                        </a:p>
                      </a:txBody>
                      <a:tcPr anchor="ctr" anchorCtr="1"/>
                    </a:tc>
                    <a:tc>
                      <a:txBody>
                        <a:bodyPr/>
                        <a:lstStyle/>
                        <a:p>
                          <a:pPr algn="ctr"/>
                          <a:r>
                            <a:rPr lang="en-US"/>
                            <a:t>-5</a:t>
                          </a:r>
                        </a:p>
                      </a:txBody>
                      <a:tcPr anchor="ctr" anchorCtr="1"/>
                    </a:tc>
                    <a:tc rowSpan="3">
                      <a:txBody>
                        <a:bodyPr/>
                        <a:lstStyle/>
                        <a:p>
                          <a:pPr algn="ctr"/>
                          <a:r>
                            <a:rPr lang="en-US" dirty="0"/>
                            <a:t>&gt;90%</a:t>
                          </a:r>
                        </a:p>
                      </a:txBody>
                      <a:tcPr anchor="ctr" anchorCtr="1"/>
                    </a:tc>
                    <a:tc>
                      <a:txBody>
                        <a:bodyPr/>
                        <a:lstStyle/>
                        <a:p>
                          <a:pPr algn="ctr"/>
                          <a:r>
                            <a:rPr lang="en-US"/>
                            <a:t>~10%</a:t>
                          </a:r>
                        </a:p>
                      </a:txBody>
                      <a:tcPr anchor="ctr" anchorCtr="1"/>
                    </a:tc>
                    <a:tc rowSpan="3">
                      <a:txBody>
                        <a:bodyPr/>
                        <a:lstStyle/>
                        <a:p>
                          <a:pPr lvl="0" algn="ctr">
                            <a:buNone/>
                          </a:pPr>
                          <a:r>
                            <a:rPr lang="en-US"/>
                            <a:t>&lt;5%</a:t>
                          </a:r>
                        </a:p>
                      </a:txBody>
                      <a:tcPr anchor="ctr" anchorCtr="1"/>
                    </a:tc>
                    <a:extLst>
                      <a:ext uri="{0D108BD9-81ED-4DB2-BD59-A6C34878D82A}">
                        <a16:rowId xmlns:a16="http://schemas.microsoft.com/office/drawing/2014/main" val="4043266103"/>
                      </a:ext>
                    </a:extLst>
                  </a:tr>
                  <a:tr h="381726">
                    <a:tc vMerge="1">
                      <a:txBody>
                        <a:bodyPr/>
                        <a:lstStyle/>
                        <a:p>
                          <a:pPr lvl="0">
                            <a:buNone/>
                          </a:pPr>
                          <a:endParaRPr lang="en-US"/>
                        </a:p>
                      </a:txBody>
                      <a:tcPr/>
                    </a:tc>
                    <a:tc>
                      <a:txBody>
                        <a:bodyPr/>
                        <a:lstStyle/>
                        <a:p>
                          <a:pPr lvl="0" algn="ctr">
                            <a:buNone/>
                          </a:pPr>
                          <a:r>
                            <a:rPr lang="en-US"/>
                            <a:t>-10</a:t>
                          </a:r>
                        </a:p>
                      </a:txBody>
                      <a:tcPr anchor="ctr" anchorCtr="1"/>
                    </a:tc>
                    <a:tc vMerge="1">
                      <a:txBody>
                        <a:bodyPr/>
                        <a:lstStyle/>
                        <a:p>
                          <a:pPr lvl="0">
                            <a:buNone/>
                          </a:pPr>
                          <a:endParaRPr lang="en-US"/>
                        </a:p>
                      </a:txBody>
                      <a:tcPr/>
                    </a:tc>
                    <a:tc>
                      <a:txBody>
                        <a:bodyPr/>
                        <a:lstStyle/>
                        <a:p>
                          <a:pPr lvl="0" algn="ctr">
                            <a:buNone/>
                          </a:pPr>
                          <a:r>
                            <a:rPr lang="en-US"/>
                            <a:t>~30%</a:t>
                          </a:r>
                        </a:p>
                      </a:txBody>
                      <a:tcPr anchor="ctr" anchorCtr="1"/>
                    </a:tc>
                    <a:tc vMerge="1">
                      <a:txBody>
                        <a:bodyPr/>
                        <a:lstStyle/>
                        <a:p>
                          <a:pPr lvl="0">
                            <a:buNone/>
                          </a:pPr>
                          <a:endParaRPr lang="en-US"/>
                        </a:p>
                      </a:txBody>
                      <a:tcPr/>
                    </a:tc>
                    <a:extLst>
                      <a:ext uri="{0D108BD9-81ED-4DB2-BD59-A6C34878D82A}">
                        <a16:rowId xmlns:a16="http://schemas.microsoft.com/office/drawing/2014/main" val="1130759035"/>
                      </a:ext>
                    </a:extLst>
                  </a:tr>
                  <a:tr h="381726">
                    <a:tc vMerge="1">
                      <a:txBody>
                        <a:bodyPr/>
                        <a:lstStyle/>
                        <a:p>
                          <a:endParaRPr/>
                        </a:p>
                      </a:txBody>
                      <a:tcPr/>
                    </a:tc>
                    <a:tc>
                      <a:txBody>
                        <a:bodyPr/>
                        <a:lstStyle/>
                        <a:p>
                          <a:pPr lvl="0" algn="ctr">
                            <a:buNone/>
                          </a:pPr>
                          <a:r>
                            <a:rPr lang="en-US" dirty="0"/>
                            <a:t>-15</a:t>
                          </a:r>
                        </a:p>
                      </a:txBody>
                      <a:tcPr anchor="ctr" anchorCtr="1"/>
                    </a:tc>
                    <a:tc vMerge="1">
                      <a:txBody>
                        <a:bodyPr/>
                        <a:lstStyle/>
                        <a:p>
                          <a:pPr lvl="0">
                            <a:buNone/>
                          </a:pPr>
                          <a:endParaRPr lang="en-US"/>
                        </a:p>
                      </a:txBody>
                      <a:tcPr/>
                    </a:tc>
                    <a:tc>
                      <a:txBody>
                        <a:bodyPr/>
                        <a:lstStyle/>
                        <a:p>
                          <a:pPr lvl="0" algn="ctr">
                            <a:buNone/>
                          </a:pPr>
                          <a:r>
                            <a:rPr lang="en-US" dirty="0"/>
                            <a:t>~80%</a:t>
                          </a:r>
                        </a:p>
                      </a:txBody>
                      <a:tcPr anchor="ctr" anchorCtr="1"/>
                    </a:tc>
                    <a:tc vMerge="1">
                      <a:txBody>
                        <a:bodyPr/>
                        <a:lstStyle/>
                        <a:p>
                          <a:endParaRPr/>
                        </a:p>
                      </a:txBody>
                      <a:tcPr/>
                    </a:tc>
                    <a:extLst>
                      <a:ext uri="{0D108BD9-81ED-4DB2-BD59-A6C34878D82A}">
                        <a16:rowId xmlns:a16="http://schemas.microsoft.com/office/drawing/2014/main" val="2941972541"/>
                      </a:ext>
                    </a:extLst>
                  </a:tr>
                </a:tbl>
              </a:graphicData>
            </a:graphic>
          </p:graphicFrame>
        </mc:Fallback>
      </mc:AlternateContent>
    </p:spTree>
    <p:extLst>
      <p:ext uri="{BB962C8B-B14F-4D97-AF65-F5344CB8AC3E}">
        <p14:creationId xmlns:p14="http://schemas.microsoft.com/office/powerpoint/2010/main" val="1819133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186AF-31AB-7A02-1D28-3689C55B3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51001-9BE0-6950-B0AC-F27709694356}"/>
              </a:ext>
            </a:extLst>
          </p:cNvPr>
          <p:cNvSpPr>
            <a:spLocks noGrp="1"/>
          </p:cNvSpPr>
          <p:nvPr>
            <p:ph type="title"/>
          </p:nvPr>
        </p:nvSpPr>
        <p:spPr>
          <a:xfrm>
            <a:off x="487680" y="277761"/>
            <a:ext cx="11376025" cy="1007427"/>
          </a:xfrm>
        </p:spPr>
        <p:txBody>
          <a:bodyPr>
            <a:normAutofit/>
          </a:bodyPr>
          <a:lstStyle/>
          <a:p>
            <a:r>
              <a:rPr lang="en-GB" dirty="0"/>
              <a:t>Extension 2: g</a:t>
            </a:r>
            <a:r>
              <a:rPr lang="en-US" dirty="0" err="1"/>
              <a:t>ene</a:t>
            </a:r>
            <a:r>
              <a:rPr lang="en-US" dirty="0"/>
              <a:t>-level Hallmark annotated Cox model </a:t>
            </a:r>
            <a:endParaRPr lang="en-GB" dirty="0"/>
          </a:p>
        </p:txBody>
      </p:sp>
      <p:sp>
        <p:nvSpPr>
          <p:cNvPr id="3" name="Slide Number Placeholder 2">
            <a:extLst>
              <a:ext uri="{FF2B5EF4-FFF2-40B4-BE49-F238E27FC236}">
                <a16:creationId xmlns:a16="http://schemas.microsoft.com/office/drawing/2014/main" id="{6B9BD510-0329-1873-9500-A41D67718D9F}"/>
              </a:ext>
            </a:extLst>
          </p:cNvPr>
          <p:cNvSpPr>
            <a:spLocks noGrp="1"/>
          </p:cNvSpPr>
          <p:nvPr>
            <p:ph type="sldNum" sz="quarter" idx="12"/>
          </p:nvPr>
        </p:nvSpPr>
        <p:spPr/>
        <p:txBody>
          <a:bodyPr/>
          <a:lstStyle/>
          <a:p>
            <a:fld id="{F8E47D07-9D1E-4FE9-B31A-2F5863681021}" type="slidenum">
              <a:rPr lang="en-GB" smtClean="0"/>
              <a:pPr/>
              <a:t>11</a:t>
            </a:fld>
            <a:endParaRPr lang="en-GB"/>
          </a:p>
        </p:txBody>
      </p:sp>
      <p:sp>
        <p:nvSpPr>
          <p:cNvPr id="5" name="Date Placeholder 4">
            <a:extLst>
              <a:ext uri="{FF2B5EF4-FFF2-40B4-BE49-F238E27FC236}">
                <a16:creationId xmlns:a16="http://schemas.microsoft.com/office/drawing/2014/main" id="{0894DE8F-B013-6B19-54EC-9BC699B09956}"/>
              </a:ext>
            </a:extLst>
          </p:cNvPr>
          <p:cNvSpPr>
            <a:spLocks noGrp="1"/>
          </p:cNvSpPr>
          <p:nvPr>
            <p:ph type="dt" sz="half" idx="10"/>
          </p:nvPr>
        </p:nvSpPr>
        <p:spPr/>
        <p:txBody>
          <a:bodyPr/>
          <a:lstStyle/>
          <a:p>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2B7A6B2-7F8D-2486-9497-AA79D36A6846}"/>
                  </a:ext>
                </a:extLst>
              </p:cNvPr>
              <p:cNvSpPr txBox="1"/>
              <p:nvPr/>
            </p:nvSpPr>
            <p:spPr>
              <a:xfrm>
                <a:off x="784878" y="965068"/>
                <a:ext cx="9865403" cy="4251918"/>
              </a:xfrm>
              <a:prstGeom prst="rect">
                <a:avLst/>
              </a:prstGeom>
              <a:noFill/>
            </p:spPr>
            <p:txBody>
              <a:bodyPr wrap="none" lIns="0" tIns="0" rIns="0" bIns="0" rtlCol="0">
                <a:noAutofit/>
              </a:bodyPr>
              <a:lstStyle/>
              <a:p>
                <a:r>
                  <a:rPr lang="en-US" sz="2400" b="1" dirty="0">
                    <a:latin typeface="Times New Roman" panose="02020603050405020304" pitchFamily="18" charset="0"/>
                    <a:cs typeface="Times New Roman" panose="02020603050405020304" pitchFamily="18" charset="0"/>
                  </a:rPr>
                  <a:t>Predictors and Hallmarks annotation:</a:t>
                </a:r>
                <a:endParaRPr lang="en-US" sz="2400" dirty="0">
                  <a:latin typeface="Times New Roman" panose="02020603050405020304" pitchFamily="18" charset="0"/>
                  <a:cs typeface="Times New Roman" panose="02020603050405020304" pitchFamily="18" charset="0"/>
                </a:endParaRPr>
              </a:p>
              <a:p>
                <a14:m>
                  <m:oMath xmlns:m="http://schemas.openxmlformats.org/officeDocument/2006/math">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p>
                          <m:sSupPr>
                            <m:ctrlPr>
                              <a:rPr lang="ar-AE" sz="2400" i="1">
                                <a:latin typeface="Cambria Math" panose="02040503050406030204" pitchFamily="18" charset="0"/>
                              </a:rPr>
                            </m:ctrlPr>
                          </m:sSupPr>
                          <m:e>
                            <m:r>
                              <a:rPr lang="ar-AE" sz="2400" i="1">
                                <a:latin typeface="Cambria Math" panose="02040503050406030204" pitchFamily="18" charset="0"/>
                              </a:rPr>
                              <m:t>𝑅</m:t>
                            </m:r>
                          </m:e>
                          <m:sup>
                            <m:d>
                              <m:dPr>
                                <m:ctrlPr>
                                  <a:rPr lang="ar-AE" sz="2400" i="1">
                                    <a:latin typeface="Cambria Math" panose="02040503050406030204" pitchFamily="18" charset="0"/>
                                  </a:rPr>
                                </m:ctrlPr>
                              </m:dPr>
                              <m:e>
                                <m:r>
                                  <a:rPr lang="ar-AE" sz="2400" i="1">
                                    <a:latin typeface="Cambria Math" panose="02040503050406030204" pitchFamily="18" charset="0"/>
                                  </a:rPr>
                                  <m:t>𝑤</m:t>
                                </m:r>
                              </m:e>
                            </m:d>
                          </m:sup>
                        </m:sSup>
                      </m:e>
                    </m:func>
                    <m:r>
                      <a:rPr lang="en-GB" sz="2400" b="0" i="1" smtClean="0">
                        <a:latin typeface="Cambria Math" panose="02040503050406030204" pitchFamily="18" charset="0"/>
                      </a:rPr>
                      <m:t>, </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p>
                          <m:sSupPr>
                            <m:ctrlPr>
                              <a:rPr lang="ar-AE" sz="2400" i="1">
                                <a:latin typeface="Cambria Math" panose="02040503050406030204" pitchFamily="18" charset="0"/>
                              </a:rPr>
                            </m:ctrlPr>
                          </m:sSupPr>
                          <m:e>
                            <m:r>
                              <a:rPr lang="ar-AE" sz="2400" i="1">
                                <a:latin typeface="Cambria Math" panose="02040503050406030204" pitchFamily="18" charset="0"/>
                              </a:rPr>
                              <m:t>𝑅</m:t>
                            </m:r>
                          </m:e>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p>
                      </m:e>
                    </m:func>
                  </m:oMath>
                </a14:m>
                <a:r>
                  <a:rPr lang="ar-AE" sz="240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t>
                </a:r>
                <a14:m>
                  <m:oMath xmlns:m="http://schemas.openxmlformats.org/officeDocument/2006/math">
                    <m:r>
                      <a:rPr lang="en-GB" sz="2400" b="0" i="1" smtClean="0">
                        <a:latin typeface="Cambria Math" panose="02040503050406030204" pitchFamily="18" charset="0"/>
                      </a:rPr>
                      <m:t>𝑁𝑥𝑁𝐺</m:t>
                    </m:r>
                  </m:oMath>
                </a14:m>
                <a:r>
                  <a:rPr lang="en-US" sz="2400" dirty="0">
                    <a:latin typeface="Times New Roman" panose="02020603050405020304" pitchFamily="18" charset="0"/>
                    <a:cs typeface="Times New Roman" panose="02020603050405020304" pitchFamily="18" charset="0"/>
                  </a:rPr>
                  <a:t> gene-level </a:t>
                </a:r>
                <a:r>
                  <a:rPr lang="en-US" sz="2400" dirty="0" err="1">
                    <a:latin typeface="Times New Roman" panose="02020603050405020304" pitchFamily="18" charset="0"/>
                    <a:cs typeface="Times New Roman" panose="02020603050405020304" pitchFamily="18" charset="0"/>
                  </a:rPr>
                  <a:t>RNAseq</a:t>
                </a:r>
                <a:r>
                  <a:rPr lang="en-US" sz="2400" dirty="0">
                    <a:latin typeface="Times New Roman" panose="02020603050405020304" pitchFamily="18" charset="0"/>
                    <a:cs typeface="Times New Roman" panose="02020603050405020304" pitchFamily="18" charset="0"/>
                  </a:rPr>
                  <a:t> expression (wild / mutant)</a:t>
                </a:r>
              </a:p>
              <a:p>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𝑋</m:t>
                        </m:r>
                      </m:e>
                      <m:sup>
                        <m:r>
                          <a:rPr lang="en-GB" sz="2400" b="0" i="1" smtClean="0">
                            <a:latin typeface="Cambria Math" panose="02040503050406030204" pitchFamily="18" charset="0"/>
                          </a:rPr>
                          <m:t>(</m:t>
                        </m:r>
                        <m:r>
                          <a:rPr lang="en-GB" sz="2400" b="0" i="1" smtClean="0">
                            <a:latin typeface="Cambria Math" panose="02040503050406030204" pitchFamily="18" charset="0"/>
                          </a:rPr>
                          <m:t>𝑐𝑙𝑖𝑛</m:t>
                        </m:r>
                        <m:r>
                          <a:rPr lang="en-GB" sz="2400" b="0" i="1" smtClean="0">
                            <a:latin typeface="Cambria Math" panose="02040503050406030204" pitchFamily="18" charset="0"/>
                          </a:rPr>
                          <m:t>)</m:t>
                        </m:r>
                      </m:sup>
                    </m:sSup>
                  </m:oMath>
                </a14:m>
                <a:r>
                  <a:rPr lang="ar-AE" sz="2400" dirty="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𝑁𝑥</m:t>
                    </m:r>
                    <m:r>
                      <a:rPr lang="en-GB" sz="2400" b="0" i="1" smtClean="0">
                        <a:latin typeface="Cambria Math" panose="02040503050406030204" pitchFamily="18" charset="0"/>
                        <a:cs typeface="Times New Roman" panose="02020603050405020304" pitchFamily="18" charset="0"/>
                      </a:rPr>
                      <m:t>5</m:t>
                    </m:r>
                  </m:oMath>
                </a14:m>
                <a:r>
                  <a:rPr lang="en-US" sz="2400" dirty="0">
                    <a:latin typeface="Times New Roman" panose="02020603050405020304" pitchFamily="18" charset="0"/>
                    <a:cs typeface="Times New Roman" panose="02020603050405020304" pitchFamily="18" charset="0"/>
                  </a:rPr>
                  <a:t> clinical covariates (primary site, disease type, stage)</a:t>
                </a:r>
              </a:p>
              <a:p>
                <a14:m>
                  <m:oMath xmlns:m="http://schemas.openxmlformats.org/officeDocument/2006/math">
                    <m:r>
                      <a:rPr lang="en-US" sz="2400" i="1">
                        <a:latin typeface="Cambria Math" panose="02040503050406030204" pitchFamily="18" charset="0"/>
                      </a:rPr>
                      <m:t>𝐻</m:t>
                    </m:r>
                  </m:oMath>
                </a14:m>
                <a:r>
                  <a:rPr lang="en-US" sz="2400" dirty="0"/>
                  <a:t>: 			</a:t>
                </a:r>
                <a14:m>
                  <m:oMath xmlns:m="http://schemas.openxmlformats.org/officeDocument/2006/math">
                    <m:r>
                      <a:rPr lang="en-GB" sz="2400" b="0" i="1" smtClean="0">
                        <a:latin typeface="Cambria Math" panose="02040503050406030204" pitchFamily="18" charset="0"/>
                      </a:rPr>
                      <m:t>𝑄𝑥𝑁𝐺</m:t>
                    </m:r>
                  </m:oMath>
                </a14:m>
                <a:r>
                  <a:rPr lang="en-US" sz="2400" dirty="0">
                    <a:latin typeface="Times New Roman" panose="02020603050405020304" pitchFamily="18" charset="0"/>
                    <a:cs typeface="Times New Roman" panose="02020603050405020304" pitchFamily="18" charset="0"/>
                  </a:rPr>
                  <a:t> hallmark–gene annotation matrix</a:t>
                </a:r>
              </a:p>
              <a:p>
                <a:endParaRPr lang="en-US" sz="1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Cox Partial Likelihood extension:</a:t>
                </a:r>
                <a:endParaRPr lang="en-US"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𝜂</m:t>
                          </m:r>
                        </m:e>
                        <m:sub>
                          <m:r>
                            <a:rPr lang="ar-AE" sz="2400" i="1">
                              <a:latin typeface="Cambria Math" panose="02040503050406030204" pitchFamily="18" charset="0"/>
                            </a:rPr>
                            <m:t>𝑖</m:t>
                          </m:r>
                        </m:sub>
                      </m:sSub>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bSup>
                            <m:sSubSupPr>
                              <m:ctrlPr>
                                <a:rPr lang="ar-AE" sz="2400" i="1">
                                  <a:latin typeface="Cambria Math" panose="02040503050406030204" pitchFamily="18" charset="0"/>
                                </a:rPr>
                              </m:ctrlPr>
                            </m:sSubSupPr>
                            <m:e>
                              <m:r>
                                <a:rPr lang="ar-AE" sz="2400" i="1">
                                  <a:latin typeface="Cambria Math" panose="02040503050406030204" pitchFamily="18" charset="0"/>
                                </a:rPr>
                                <m:t>𝑅</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𝑤</m:t>
                                  </m:r>
                                </m:e>
                              </m:d>
                            </m:sup>
                          </m:sSubSup>
                        </m:e>
                      </m:func>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𝑤</m:t>
                          </m:r>
                        </m:sub>
                      </m:sSub>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bSup>
                            <m:sSubSupPr>
                              <m:ctrlPr>
                                <a:rPr lang="ar-AE" sz="2400" i="1">
                                  <a:latin typeface="Cambria Math" panose="02040503050406030204" pitchFamily="18" charset="0"/>
                                </a:rPr>
                              </m:ctrlPr>
                            </m:sSubSupPr>
                            <m:e>
                              <m:r>
                                <a:rPr lang="ar-AE" sz="2400" i="1">
                                  <a:latin typeface="Cambria Math" panose="02040503050406030204" pitchFamily="18" charset="0"/>
                                </a:rPr>
                                <m:t>𝑅</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ar-AE" sz="2400" i="1">
                                      <a:latin typeface="Cambria Math" panose="02040503050406030204" pitchFamily="18" charset="0"/>
                                    </a:rPr>
                                    <m:t>𝑚</m:t>
                                  </m:r>
                                </m:e>
                              </m:d>
                            </m:sup>
                          </m:sSubSup>
                        </m:e>
                      </m:func>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𝑚</m:t>
                          </m:r>
                        </m:sub>
                      </m:sSub>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𝑋</m:t>
                          </m:r>
                        </m:e>
                        <m:sub>
                          <m:r>
                            <a:rPr lang="ar-AE" sz="2400" i="1">
                              <a:latin typeface="Cambria Math" panose="02040503050406030204" pitchFamily="18" charset="0"/>
                            </a:rPr>
                            <m:t>𝑖</m:t>
                          </m:r>
                        </m:sub>
                        <m:sup>
                          <m:d>
                            <m:dPr>
                              <m:ctrlPr>
                                <a:rPr lang="ar-AE" sz="2400" i="1">
                                  <a:latin typeface="Cambria Math" panose="02040503050406030204" pitchFamily="18" charset="0"/>
                                </a:rPr>
                              </m:ctrlPr>
                            </m:dPr>
                            <m:e>
                              <m:r>
                                <a:rPr lang="en-GB" sz="2400" i="1">
                                  <a:latin typeface="Cambria Math" panose="02040503050406030204" pitchFamily="18" charset="0"/>
                                </a:rPr>
                                <m:t>𝑐𝑙𝑖𝑛</m:t>
                              </m:r>
                            </m:e>
                          </m:d>
                        </m:sup>
                      </m:sSubSup>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oMath>
                  </m:oMathPara>
                </a14:m>
                <a:endParaRPr lang="ar-AE" sz="2400" dirty="0"/>
              </a:p>
              <a:p>
                <a:endParaRPr lang="en-US" sz="1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Hallmark effects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𝑤</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oMath>
                </a14:m>
                <a:r>
                  <a:rPr lang="en-US" sz="2400" dirty="0">
                    <a:latin typeface="Times New Roman" panose="02020603050405020304" pitchFamily="18" charset="0"/>
                    <a:cs typeface="Times New Roman" panose="02020603050405020304" pitchFamily="18" charset="0"/>
                  </a:rPr>
                  <a:t> inform gene effects via the hierarchical model:</a:t>
                </a:r>
              </a:p>
              <a:p>
                <a:endParaRPr lang="en-US" sz="10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𝑤</m:t>
                          </m:r>
                        </m:sub>
                      </m:sSub>
                      <m:r>
                        <a:rPr lang="ar-AE" sz="2400">
                          <a:latin typeface="Cambria Math" panose="02040503050406030204" pitchFamily="18" charset="0"/>
                        </a:rPr>
                        <m:t>∼</m:t>
                      </m:r>
                      <m:r>
                        <a:rPr lang="ar-AE" sz="2400">
                          <a:latin typeface="Cambria Math" panose="02040503050406030204" pitchFamily="18" charset="0"/>
                        </a:rPr>
                        <m:t>𝒩</m:t>
                      </m:r>
                      <m:r>
                        <a:rPr lang="en-GB" sz="2400" b="0" i="0" smtClean="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𝛽</m:t>
                          </m:r>
                        </m:e>
                        <m:sub>
                          <m:r>
                            <a:rPr lang="ar-AE" sz="2400" i="1">
                              <a:latin typeface="Cambria Math" panose="02040503050406030204" pitchFamily="18" charset="0"/>
                            </a:rPr>
                            <m:t>𝑤</m:t>
                          </m:r>
                        </m:sub>
                        <m:sup>
                          <m:r>
                            <a:rPr lang="ar-AE" sz="2400">
                              <a:latin typeface="Cambria Math" panose="02040503050406030204" pitchFamily="18" charset="0"/>
                            </a:rPr>
                            <m:t>⊤</m:t>
                          </m:r>
                        </m:sup>
                      </m:sSubSup>
                      <m:r>
                        <a:rPr lang="ar-AE" sz="2400" i="1">
                          <a:latin typeface="Cambria Math" panose="02040503050406030204" pitchFamily="18" charset="0"/>
                        </a:rPr>
                        <m:t>𝐻</m:t>
                      </m:r>
                      <m:r>
                        <a:rPr lang="en-GB" sz="2400" b="0" i="1" smtClean="0">
                          <a:latin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m:t>
                      </m:r>
                      <m:r>
                        <a:rPr lang="en-GB" sz="2400" b="0" i="0" smtClean="0">
                          <a:latin typeface="Cambria Math" panose="02040503050406030204" pitchFamily="18" charset="0"/>
                        </a:rPr>
                        <m:t>)</m:t>
                      </m:r>
                      <m:r>
                        <a:rPr lang="ar-AE" sz="2400">
                          <a:latin typeface="Cambria Math" panose="02040503050406030204" pitchFamily="18" charset="0"/>
                        </a:rPr>
                        <m:t>, </m:t>
                      </m:r>
                      <m:r>
                        <a:rPr lang="en-GB" sz="2400" b="0" i="0" smtClean="0">
                          <a:latin typeface="Cambria Math" panose="02040503050406030204" pitchFamily="18" charset="0"/>
                        </a:rPr>
                        <m:t> </m:t>
                      </m:r>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𝑚</m:t>
                          </m:r>
                        </m:sub>
                      </m:sSub>
                      <m:r>
                        <a:rPr lang="ar-AE" sz="2400">
                          <a:latin typeface="Cambria Math" panose="02040503050406030204" pitchFamily="18" charset="0"/>
                        </a:rPr>
                        <m:t>∼</m:t>
                      </m:r>
                      <m:r>
                        <a:rPr lang="ar-AE" sz="2400">
                          <a:latin typeface="Cambria Math" panose="02040503050406030204" pitchFamily="18" charset="0"/>
                        </a:rPr>
                        <m:t>𝒩</m:t>
                      </m:r>
                      <m:r>
                        <a:rPr lang="en-GB" sz="2400" b="0" i="0" smtClean="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𝛽</m:t>
                          </m:r>
                        </m:e>
                        <m:sub>
                          <m:r>
                            <a:rPr lang="ar-AE" sz="2400" i="1">
                              <a:latin typeface="Cambria Math" panose="02040503050406030204" pitchFamily="18" charset="0"/>
                            </a:rPr>
                            <m:t>𝑚</m:t>
                          </m:r>
                        </m:sub>
                        <m:sup>
                          <m:r>
                            <a:rPr lang="ar-AE" sz="2400">
                              <a:latin typeface="Cambria Math" panose="02040503050406030204" pitchFamily="18" charset="0"/>
                            </a:rPr>
                            <m:t>⊤</m:t>
                          </m:r>
                        </m:sup>
                      </m:sSubSup>
                      <m:r>
                        <a:rPr lang="ar-AE" sz="2400" i="1">
                          <a:latin typeface="Cambria Math" panose="02040503050406030204" pitchFamily="18" charset="0"/>
                        </a:rPr>
                        <m:t>𝐻</m:t>
                      </m:r>
                      <m:r>
                        <a:rPr lang="en-GB" sz="2400" b="0" i="1" smtClean="0">
                          <a:latin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m:t>
                      </m:r>
                      <m:r>
                        <a:rPr lang="en-GB" sz="2400" b="0" i="0" smtClean="0">
                          <a:latin typeface="Cambria Math" panose="02040503050406030204" pitchFamily="18" charset="0"/>
                        </a:rPr>
                        <m:t>)</m:t>
                      </m:r>
                    </m:oMath>
                  </m:oMathPara>
                </a14:m>
                <a:endParaRPr lang="ar-AE" sz="2400" dirty="0"/>
              </a:p>
              <a:p>
                <a:endParaRPr lang="en-GB" sz="1000" dirty="0"/>
              </a:p>
              <a:p>
                <a:r>
                  <a:rPr lang="en-GB" sz="2400" b="1" dirty="0">
                    <a:latin typeface="Times New Roman" panose="02020603050405020304" pitchFamily="18" charset="0"/>
                    <a:cs typeface="Times New Roman" panose="02020603050405020304" pitchFamily="18" charset="0"/>
                  </a:rPr>
                  <a:t>Priors: </a:t>
                </a:r>
                <a:r>
                  <a:rPr lang="en-GB" sz="2400" dirty="0">
                    <a:latin typeface="Times New Roman" panose="02020603050405020304" pitchFamily="18" charset="0"/>
                    <a:cs typeface="Times New Roman" panose="02020603050405020304" pitchFamily="18" charset="0"/>
                  </a:rPr>
                  <a:t>Horseshoe prior applied to all coefficient groups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𝑤</m:t>
                        </m:r>
                      </m:sub>
                    </m:sSub>
                    <m:r>
                      <a:rPr lang="en-GB"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ar-AE" sz="2400" i="1">
                            <a:latin typeface="Cambria Math" panose="02040503050406030204" pitchFamily="18" charset="0"/>
                          </a:rPr>
                          <m:t>𝑚</m:t>
                        </m:r>
                      </m:sub>
                    </m:sSub>
                    <m:r>
                      <a:rPr lang="en-GB" sz="2400" i="1">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𝛽</m:t>
                        </m:r>
                      </m:e>
                      <m:sub>
                        <m:r>
                          <a:rPr lang="en-GB" sz="2400" i="1">
                            <a:latin typeface="Cambria Math" panose="02040503050406030204" pitchFamily="18" charset="0"/>
                          </a:rPr>
                          <m:t>𝑐𝑙𝑖𝑛</m:t>
                        </m:r>
                      </m:sub>
                    </m:sSub>
                    <m:r>
                      <a:rPr lang="en-GB" sz="2400" b="0" i="1"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𝑤</m:t>
                        </m:r>
                      </m:sub>
                    </m:sSub>
                    <m:r>
                      <a:rPr lang="en-GB" sz="2400" b="0" i="1"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𝛾</m:t>
                        </m:r>
                      </m:e>
                      <m:sub>
                        <m:r>
                          <a:rPr lang="ar-AE" sz="2400" i="1">
                            <a:latin typeface="Cambria Math" panose="02040503050406030204" pitchFamily="18" charset="0"/>
                          </a:rPr>
                          <m:t>𝑚</m:t>
                        </m:r>
                      </m:sub>
                    </m:sSub>
                    <m:r>
                      <a:rPr lang="en-GB" sz="2400" i="1">
                        <a:latin typeface="Cambria Math" panose="02040503050406030204" pitchFamily="18" charset="0"/>
                      </a:rPr>
                      <m:t>)</m:t>
                    </m:r>
                  </m:oMath>
                </a14:m>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	</a:t>
                </a:r>
                <a14:m>
                  <m:oMath xmlns:m="http://schemas.openxmlformats.org/officeDocument/2006/math">
                    <m:r>
                      <a:rPr lang="ar-AE" sz="2400" i="1">
                        <a:latin typeface="Cambria Math" panose="02040503050406030204" pitchFamily="18" charset="0"/>
                      </a:rPr>
                      <m:t>𝑑</m:t>
                    </m:r>
                    <m:sSub>
                      <m:sSubPr>
                        <m:ctrlPr>
                          <a:rPr lang="ar-AE" sz="2400" i="1">
                            <a:latin typeface="Cambria Math" panose="02040503050406030204" pitchFamily="18" charset="0"/>
                          </a:rPr>
                        </m:ctrlPr>
                      </m:sSubPr>
                      <m:e>
                        <m:r>
                          <a:rPr lang="ar-AE" sz="2400" i="1">
                            <a:latin typeface="Cambria Math" panose="02040503050406030204" pitchFamily="18" charset="0"/>
                          </a:rPr>
                          <m:t>𝐿</m:t>
                        </m:r>
                      </m:e>
                      <m:sub>
                        <m:r>
                          <a:rPr lang="ar-AE" sz="2400">
                            <a:latin typeface="Cambria Math" panose="02040503050406030204" pitchFamily="18" charset="0"/>
                          </a:rPr>
                          <m:t>0</m:t>
                        </m:r>
                      </m:sub>
                    </m:sSub>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𝑗</m:t>
                        </m:r>
                      </m:e>
                    </m:d>
                    <m:r>
                      <m:rPr>
                        <m:nor/>
                      </m:rPr>
                      <a:rPr lang="ar-AE" sz="2400" i="1"/>
                      <m:t>  </m:t>
                    </m:r>
                    <m:r>
                      <a:rPr lang="ar-AE" sz="2400">
                        <a:latin typeface="Cambria Math" panose="02040503050406030204" pitchFamily="18" charset="0"/>
                      </a:rPr>
                      <m:t>∼</m:t>
                    </m:r>
                    <m:r>
                      <a:rPr lang="en-GB" sz="2400" i="1">
                        <a:latin typeface="Cambria Math" panose="02040503050406030204" pitchFamily="18" charset="0"/>
                      </a:rPr>
                      <m:t> </m:t>
                    </m:r>
                    <m:func>
                      <m:funcPr>
                        <m:ctrlPr>
                          <a:rPr lang="en-GB" sz="2400" i="1">
                            <a:latin typeface="Cambria Math" panose="02040503050406030204" pitchFamily="18" charset="0"/>
                          </a:rPr>
                        </m:ctrlPr>
                      </m:funcPr>
                      <m:fName>
                        <m:r>
                          <m:rPr>
                            <m:sty m:val="p"/>
                          </m:rPr>
                          <a:rPr lang="en-GB" sz="2400">
                            <a:latin typeface="Cambria Math" panose="02040503050406030204" pitchFamily="18" charset="0"/>
                          </a:rPr>
                          <m:t>Gamma</m:t>
                        </m:r>
                      </m:fName>
                      <m:e>
                        <m:r>
                          <a:rPr lang="en-GB" sz="2400" i="1">
                            <a:latin typeface="Cambria Math" panose="02040503050406030204" pitchFamily="18" charset="0"/>
                          </a:rPr>
                          <m:t>(</m:t>
                        </m:r>
                        <m:r>
                          <a:rPr lang="en-GB" sz="2400" i="1">
                            <a:latin typeface="Cambria Math" panose="02040503050406030204" pitchFamily="18" charset="0"/>
                          </a:rPr>
                          <m:t>0</m:t>
                        </m:r>
                        <m:r>
                          <a:rPr lang="en-GB" sz="2400" i="1">
                            <a:latin typeface="Cambria Math" panose="02040503050406030204" pitchFamily="18" charset="0"/>
                          </a:rPr>
                          <m:t>.</m:t>
                        </m:r>
                        <m:r>
                          <a:rPr lang="en-GB" sz="2400" i="1">
                            <a:latin typeface="Cambria Math" panose="02040503050406030204" pitchFamily="18" charset="0"/>
                          </a:rPr>
                          <m:t>001</m:t>
                        </m:r>
                        <m:r>
                          <a:rPr lang="en-GB" sz="2400" i="1">
                            <a:latin typeface="Cambria Math" panose="02040503050406030204" pitchFamily="18" charset="0"/>
                          </a:rPr>
                          <m:t>, </m:t>
                        </m:r>
                        <m:r>
                          <a:rPr lang="en-GB" sz="2400" i="1">
                            <a:latin typeface="Cambria Math" panose="02040503050406030204" pitchFamily="18" charset="0"/>
                          </a:rPr>
                          <m:t>0</m:t>
                        </m:r>
                        <m:r>
                          <a:rPr lang="en-GB" sz="2400" i="1">
                            <a:latin typeface="Cambria Math" panose="02040503050406030204" pitchFamily="18" charset="0"/>
                          </a:rPr>
                          <m:t>.</m:t>
                        </m:r>
                        <m:r>
                          <a:rPr lang="en-GB" sz="2400" i="1">
                            <a:latin typeface="Cambria Math" panose="02040503050406030204" pitchFamily="18" charset="0"/>
                          </a:rPr>
                          <m:t>001</m:t>
                        </m:r>
                        <m:r>
                          <a:rPr lang="en-GB" sz="2400" i="1">
                            <a:latin typeface="Cambria Math" panose="02040503050406030204" pitchFamily="18" charset="0"/>
                          </a:rPr>
                          <m:t>)</m:t>
                        </m:r>
                      </m:e>
                    </m:func>
                  </m:oMath>
                </a14:m>
                <a:endParaRPr lang="en-GB" sz="2400" dirty="0"/>
              </a:p>
              <a:p>
                <a:endParaRPr lang="en-GB" sz="1000" dirty="0"/>
              </a:p>
              <a:p>
                <a:r>
                  <a:rPr lang="en-GB" sz="2400" b="1" dirty="0">
                    <a:latin typeface="Times New Roman" panose="02020603050405020304" pitchFamily="18" charset="0"/>
                    <a:cs typeface="Times New Roman" panose="02020603050405020304" pitchFamily="18" charset="0"/>
                  </a:rPr>
                  <a:t>Implementation</a:t>
                </a:r>
                <a:r>
                  <a:rPr lang="en-GB" sz="2400" dirty="0"/>
                  <a:t>: </a:t>
                </a:r>
                <a:r>
                  <a:rPr lang="en-US" sz="2400" dirty="0">
                    <a:latin typeface="Times New Roman"/>
                    <a:cs typeface="Times New Roman"/>
                  </a:rPr>
                  <a:t>Given the lack of ability of parallelization of MCMC, the run time </a:t>
                </a:r>
              </a:p>
              <a:p>
                <a:r>
                  <a:rPr lang="en-US" sz="2400" dirty="0">
                    <a:latin typeface="Times New Roman"/>
                    <a:cs typeface="Times New Roman"/>
                  </a:rPr>
                  <a:t>was excessive for the duration of this project (~3hrs for 100 genes only).</a:t>
                </a:r>
                <a:endParaRPr lang="ar-AE" sz="2400" dirty="0"/>
              </a:p>
            </p:txBody>
          </p:sp>
        </mc:Choice>
        <mc:Fallback xmlns="">
          <p:sp>
            <p:nvSpPr>
              <p:cNvPr id="10" name="TextBox 9">
                <a:extLst>
                  <a:ext uri="{FF2B5EF4-FFF2-40B4-BE49-F238E27FC236}">
                    <a16:creationId xmlns:a16="http://schemas.microsoft.com/office/drawing/2014/main" id="{62B7A6B2-7F8D-2486-9497-AA79D36A6846}"/>
                  </a:ext>
                </a:extLst>
              </p:cNvPr>
              <p:cNvSpPr txBox="1">
                <a:spLocks noRot="1" noChangeAspect="1" noMove="1" noResize="1" noEditPoints="1" noAdjustHandles="1" noChangeArrowheads="1" noChangeShapeType="1" noTextEdit="1"/>
              </p:cNvSpPr>
              <p:nvPr/>
            </p:nvSpPr>
            <p:spPr>
              <a:xfrm>
                <a:off x="784878" y="965068"/>
                <a:ext cx="9865403" cy="4251918"/>
              </a:xfrm>
              <a:prstGeom prst="rect">
                <a:avLst/>
              </a:prstGeom>
              <a:blipFill>
                <a:blip r:embed="rId2"/>
                <a:stretch>
                  <a:fillRect l="-1799" t="-2083" r="-7198" b="-2976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79A2C1C-F79C-F7C0-96F2-5444670D38BD}"/>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2641548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E5E6-0CB7-F219-7758-AF9114F2EF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0C0B5E-1A4C-7FB2-31FD-EFF5CA740C21}"/>
              </a:ext>
            </a:extLst>
          </p:cNvPr>
          <p:cNvSpPr>
            <a:spLocks noGrp="1"/>
          </p:cNvSpPr>
          <p:nvPr>
            <p:ph type="sldNum" sz="quarter" idx="12"/>
          </p:nvPr>
        </p:nvSpPr>
        <p:spPr/>
        <p:txBody>
          <a:bodyPr/>
          <a:lstStyle/>
          <a:p>
            <a:fld id="{F8E47D07-9D1E-4FE9-B31A-2F5863681021}" type="slidenum">
              <a:rPr lang="en-GB" smtClean="0"/>
              <a:pPr/>
              <a:t>12</a:t>
            </a:fld>
            <a:endParaRPr lang="en-GB"/>
          </a:p>
        </p:txBody>
      </p:sp>
      <p:sp>
        <p:nvSpPr>
          <p:cNvPr id="5" name="Title 4">
            <a:extLst>
              <a:ext uri="{FF2B5EF4-FFF2-40B4-BE49-F238E27FC236}">
                <a16:creationId xmlns:a16="http://schemas.microsoft.com/office/drawing/2014/main" id="{50488A33-96B6-F488-C652-E33DF66F9183}"/>
              </a:ext>
            </a:extLst>
          </p:cNvPr>
          <p:cNvSpPr>
            <a:spLocks noGrp="1"/>
          </p:cNvSpPr>
          <p:nvPr>
            <p:ph type="title"/>
          </p:nvPr>
        </p:nvSpPr>
        <p:spPr/>
        <p:txBody>
          <a:bodyPr/>
          <a:lstStyle/>
          <a:p>
            <a:r>
              <a:rPr lang="en-GB" dirty="0"/>
              <a:t>Summary and ways forward</a:t>
            </a:r>
            <a:endParaRPr lang="en-US" dirty="0"/>
          </a:p>
        </p:txBody>
      </p:sp>
      <p:sp>
        <p:nvSpPr>
          <p:cNvPr id="7" name="TextBox 6">
            <a:extLst>
              <a:ext uri="{FF2B5EF4-FFF2-40B4-BE49-F238E27FC236}">
                <a16:creationId xmlns:a16="http://schemas.microsoft.com/office/drawing/2014/main" id="{44028BF3-00EB-6618-5D62-40885954CF67}"/>
              </a:ext>
            </a:extLst>
          </p:cNvPr>
          <p:cNvSpPr txBox="1"/>
          <p:nvPr/>
        </p:nvSpPr>
        <p:spPr>
          <a:xfrm>
            <a:off x="358587" y="953950"/>
            <a:ext cx="11769687" cy="5361468"/>
          </a:xfrm>
          <a:prstGeom prst="rect">
            <a:avLst/>
          </a:prstGeom>
          <a:noFill/>
        </p:spPr>
        <p:txBody>
          <a:bodyPr wrap="square" lIns="91440" tIns="45720" rIns="91440" bIns="45720" rtlCol="0" anchor="t">
            <a:spAutoFit/>
          </a:bodyPr>
          <a:lstStyle/>
          <a:p>
            <a:pPr marL="342900" indent="-342900" algn="l">
              <a:lnSpc>
                <a:spcPct val="90000"/>
              </a:lnSpc>
              <a:spcAft>
                <a:spcPts val="600"/>
              </a:spcAft>
              <a:buFont typeface="Arial" panose="020B0604020202020204" pitchFamily="34" charset="0"/>
              <a:buChar char="•"/>
            </a:pPr>
            <a:endParaRPr lang="en-US" sz="1000" dirty="0">
              <a:latin typeface="Times New Roman"/>
              <a:cs typeface="Times New Roman"/>
            </a:endParaRPr>
          </a:p>
          <a:p>
            <a:pPr marL="342900" indent="-342900" algn="l">
              <a:lnSpc>
                <a:spcPct val="90000"/>
              </a:lnSpc>
              <a:spcAft>
                <a:spcPts val="600"/>
              </a:spcAft>
              <a:buFont typeface="Arial" panose="020B0604020202020204" pitchFamily="34" charset="0"/>
              <a:buChar char="•"/>
            </a:pPr>
            <a:r>
              <a:rPr lang="en-US" sz="2400" b="1" dirty="0">
                <a:latin typeface="Times New Roman"/>
                <a:cs typeface="Times New Roman"/>
              </a:rPr>
              <a:t>This project demonstrated feasibility of </a:t>
            </a:r>
            <a:r>
              <a:rPr lang="en-US" sz="2400" b="1" dirty="0" err="1">
                <a:latin typeface="Times New Roman"/>
                <a:cs typeface="Times New Roman"/>
              </a:rPr>
              <a:t>analysing</a:t>
            </a:r>
            <a:r>
              <a:rPr lang="en-US" sz="2400" b="1" dirty="0">
                <a:latin typeface="Times New Roman"/>
                <a:cs typeface="Times New Roman"/>
              </a:rPr>
              <a:t> data to test the prognostic and predictive value of Hallmarks annotations</a:t>
            </a:r>
            <a:r>
              <a:rPr lang="en-US" sz="2400" dirty="0">
                <a:latin typeface="Times New Roman"/>
                <a:cs typeface="Times New Roman"/>
              </a:rPr>
              <a:t>, to inform patient management and to focus clinical development of novel targeted therapies</a:t>
            </a:r>
          </a:p>
          <a:p>
            <a:pPr marL="800100" lvl="1" indent="-342900">
              <a:lnSpc>
                <a:spcPct val="90000"/>
              </a:lnSpc>
              <a:spcAft>
                <a:spcPts val="600"/>
              </a:spcAft>
              <a:buFont typeface="Courier New" panose="02070309020205020404" pitchFamily="49" charset="0"/>
              <a:buChar char="o"/>
            </a:pPr>
            <a:r>
              <a:rPr lang="en-US" sz="2200" i="1" dirty="0">
                <a:latin typeface="Times New Roman"/>
                <a:cs typeface="Times New Roman"/>
              </a:rPr>
              <a:t>Cancer genetics and systems biology come together by leveraging Hallmarks annotation of single genes in survival regression models</a:t>
            </a:r>
          </a:p>
          <a:p>
            <a:pPr marL="800100" lvl="1" indent="-342900">
              <a:lnSpc>
                <a:spcPct val="90000"/>
              </a:lnSpc>
              <a:spcAft>
                <a:spcPts val="600"/>
              </a:spcAft>
              <a:buFont typeface="Courier New" panose="02070309020205020404" pitchFamily="49" charset="0"/>
              <a:buChar char="o"/>
            </a:pPr>
            <a:r>
              <a:rPr lang="en-US" sz="2200" dirty="0">
                <a:latin typeface="Times New Roman"/>
                <a:cs typeface="Times New Roman"/>
              </a:rPr>
              <a:t>The true/false positive rates of Hallmarks annotated regression using simulated data suggest that practical application is feasible.</a:t>
            </a:r>
          </a:p>
          <a:p>
            <a:pPr marL="800100" lvl="1" indent="-342900">
              <a:lnSpc>
                <a:spcPct val="90000"/>
              </a:lnSpc>
              <a:spcAft>
                <a:spcPts val="600"/>
              </a:spcAft>
              <a:buFont typeface="Courier New" panose="02070309020205020404" pitchFamily="49" charset="0"/>
              <a:buChar char="o"/>
            </a:pPr>
            <a:r>
              <a:rPr lang="en-US" sz="2200" dirty="0">
                <a:latin typeface="Times New Roman"/>
                <a:cs typeface="Times New Roman"/>
              </a:rPr>
              <a:t>MCMC methods for fitting Hallmark annotated models including single gene effects (~14k parameters) are extremely cumbersome</a:t>
            </a:r>
          </a:p>
          <a:p>
            <a:pPr marL="342900" indent="-342900">
              <a:lnSpc>
                <a:spcPct val="90000"/>
              </a:lnSpc>
              <a:spcAft>
                <a:spcPts val="600"/>
              </a:spcAft>
              <a:buFont typeface="Arial" panose="020B0604020202020204" pitchFamily="34" charset="0"/>
              <a:buChar char="•"/>
            </a:pPr>
            <a:r>
              <a:rPr lang="en-US" sz="2400" b="1" dirty="0">
                <a:latin typeface="Times New Roman"/>
                <a:cs typeface="Times New Roman"/>
              </a:rPr>
              <a:t>Ways forward</a:t>
            </a:r>
            <a:r>
              <a:rPr lang="en-US" sz="2400" dirty="0">
                <a:latin typeface="Times New Roman"/>
                <a:cs typeface="Times New Roman"/>
              </a:rPr>
              <a:t>: </a:t>
            </a:r>
          </a:p>
          <a:p>
            <a:pPr marL="914400" lvl="1" indent="-457200">
              <a:lnSpc>
                <a:spcPct val="90000"/>
              </a:lnSpc>
              <a:spcAft>
                <a:spcPts val="600"/>
              </a:spcAft>
              <a:buFont typeface="+mj-lt"/>
              <a:buAutoNum type="arabicPeriod"/>
            </a:pPr>
            <a:r>
              <a:rPr lang="en-US" sz="2200" dirty="0">
                <a:latin typeface="Times New Roman"/>
                <a:cs typeface="Times New Roman"/>
              </a:rPr>
              <a:t>more efficient numerical solutions are needed for estimation/simulation, e.g. </a:t>
            </a:r>
            <a:r>
              <a:rPr lang="en-US" sz="2200" dirty="0">
                <a:latin typeface="Times New Roman"/>
                <a:cs typeface="Times New Roman"/>
                <a:hlinkClick r:id="rId2"/>
              </a:rPr>
              <a:t>LASSO implementation for hierarchical survival regression</a:t>
            </a:r>
            <a:r>
              <a:rPr lang="en-US" sz="2200" dirty="0">
                <a:latin typeface="Times New Roman"/>
                <a:cs typeface="Times New Roman"/>
              </a:rPr>
              <a:t> or </a:t>
            </a:r>
            <a:r>
              <a:rPr lang="en-US" sz="2200" dirty="0">
                <a:latin typeface="Times New Roman"/>
                <a:cs typeface="Times New Roman"/>
                <a:hlinkClick r:id="rId3"/>
              </a:rPr>
              <a:t>GPU-based parallel simulations</a:t>
            </a:r>
            <a:endParaRPr lang="en-US" sz="2200" dirty="0">
              <a:latin typeface="Times New Roman"/>
              <a:cs typeface="Times New Roman"/>
            </a:endParaRPr>
          </a:p>
          <a:p>
            <a:pPr marL="914400" lvl="1" indent="-457200">
              <a:lnSpc>
                <a:spcPct val="90000"/>
              </a:lnSpc>
              <a:spcAft>
                <a:spcPts val="600"/>
              </a:spcAft>
              <a:buFont typeface="+mj-lt"/>
              <a:buAutoNum type="arabicPeriod"/>
            </a:pPr>
            <a:r>
              <a:rPr lang="en-US" sz="2200" dirty="0">
                <a:latin typeface="Times New Roman"/>
                <a:cs typeface="Times New Roman"/>
              </a:rPr>
              <a:t>added interpretability of results/coefficients may be gained by adding an intermediate hierarchy level reflecting pathways, i.e. gene -&gt; pathway -&gt; hallmark</a:t>
            </a:r>
          </a:p>
          <a:p>
            <a:pPr marL="342900" indent="-342900" algn="l">
              <a:lnSpc>
                <a:spcPct val="90000"/>
              </a:lnSpc>
              <a:spcAft>
                <a:spcPts val="600"/>
              </a:spcAft>
              <a:buFont typeface="Arial" panose="020B0604020202020204" pitchFamily="34" charset="0"/>
              <a:buChar char="•"/>
            </a:pPr>
            <a:endParaRPr lang="en-US" sz="1000" dirty="0">
              <a:latin typeface="Times New Roman"/>
              <a:cs typeface="Times New Roman"/>
            </a:endParaRPr>
          </a:p>
        </p:txBody>
      </p:sp>
      <p:sp>
        <p:nvSpPr>
          <p:cNvPr id="6" name="Date Placeholder 3">
            <a:extLst>
              <a:ext uri="{FF2B5EF4-FFF2-40B4-BE49-F238E27FC236}">
                <a16:creationId xmlns:a16="http://schemas.microsoft.com/office/drawing/2014/main" id="{7176A4F3-3F27-57B8-556E-E4FFFA37855F}"/>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120106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CEBE36-0327-6688-0F7B-20B86B890957}"/>
              </a:ext>
            </a:extLst>
          </p:cNvPr>
          <p:cNvSpPr>
            <a:spLocks noGrp="1"/>
          </p:cNvSpPr>
          <p:nvPr>
            <p:ph type="dt" sz="half" idx="10"/>
          </p:nvPr>
        </p:nvSpPr>
        <p:spPr/>
        <p:txBody>
          <a:bodyPr/>
          <a:lstStyle/>
          <a:p>
            <a:endParaRPr lang="en-GB"/>
          </a:p>
        </p:txBody>
      </p:sp>
      <p:sp>
        <p:nvSpPr>
          <p:cNvPr id="3" name="Text Placeholder 2">
            <a:extLst>
              <a:ext uri="{FF2B5EF4-FFF2-40B4-BE49-F238E27FC236}">
                <a16:creationId xmlns:a16="http://schemas.microsoft.com/office/drawing/2014/main" id="{A7BE9035-5577-654F-51E0-BE84EB12281B}"/>
              </a:ext>
            </a:extLst>
          </p:cNvPr>
          <p:cNvSpPr>
            <a:spLocks noGrp="1"/>
          </p:cNvSpPr>
          <p:nvPr>
            <p:ph type="body" sz="quarter" idx="111"/>
          </p:nvPr>
        </p:nvSpPr>
        <p:spPr/>
        <p:txBody>
          <a:bodyPr/>
          <a:lstStyle/>
          <a:p>
            <a:endParaRPr lang="en-GB"/>
          </a:p>
        </p:txBody>
      </p:sp>
      <p:sp>
        <p:nvSpPr>
          <p:cNvPr id="4" name="Picture Placeholder 3">
            <a:extLst>
              <a:ext uri="{FF2B5EF4-FFF2-40B4-BE49-F238E27FC236}">
                <a16:creationId xmlns:a16="http://schemas.microsoft.com/office/drawing/2014/main" id="{76295BB4-237D-12E4-1A79-FA81F36BD4D0}"/>
              </a:ext>
            </a:extLst>
          </p:cNvPr>
          <p:cNvSpPr>
            <a:spLocks noGrp="1"/>
          </p:cNvSpPr>
          <p:nvPr>
            <p:ph type="pic" sz="quarter" idx="13"/>
          </p:nvPr>
        </p:nvSpPr>
        <p:spPr>
          <a:xfrm>
            <a:off x="3341784" y="1057057"/>
            <a:ext cx="5152222" cy="4743885"/>
          </a:xfrm>
          <a:solidFill>
            <a:srgbClr val="FFFF00"/>
          </a:solidFill>
        </p:spPr>
        <p:txBody>
          <a:bodyPr/>
          <a:lstStyle/>
          <a:p>
            <a:endParaRPr lang="en-GB"/>
          </a:p>
          <a:p>
            <a:endParaRPr lang="en-GB"/>
          </a:p>
          <a:p>
            <a:r>
              <a:rPr lang="en-GB" sz="4000" b="1"/>
              <a:t>  </a:t>
            </a:r>
            <a:r>
              <a:rPr lang="en-GB" sz="4000" b="1">
                <a:latin typeface="Times New Roman" panose="02020603050405020304" pitchFamily="18" charset="0"/>
                <a:cs typeface="Times New Roman" panose="02020603050405020304" pitchFamily="18" charset="0"/>
              </a:rPr>
              <a:t>Thank you for   </a:t>
            </a:r>
          </a:p>
          <a:p>
            <a:r>
              <a:rPr lang="en-GB" sz="4000" b="1">
                <a:latin typeface="Times New Roman" panose="02020603050405020304" pitchFamily="18" charset="0"/>
                <a:cs typeface="Times New Roman" panose="02020603050405020304" pitchFamily="18" charset="0"/>
              </a:rPr>
              <a:t>  your attention</a:t>
            </a:r>
          </a:p>
        </p:txBody>
      </p:sp>
      <p:sp>
        <p:nvSpPr>
          <p:cNvPr id="5" name="Slide Number Placeholder 4">
            <a:extLst>
              <a:ext uri="{FF2B5EF4-FFF2-40B4-BE49-F238E27FC236}">
                <a16:creationId xmlns:a16="http://schemas.microsoft.com/office/drawing/2014/main" id="{747B7054-9DD8-EC4C-4E82-5C122FB9C0F4}"/>
              </a:ext>
            </a:extLst>
          </p:cNvPr>
          <p:cNvSpPr>
            <a:spLocks noGrp="1"/>
          </p:cNvSpPr>
          <p:nvPr>
            <p:ph type="sldNum" sz="quarter" idx="12"/>
          </p:nvPr>
        </p:nvSpPr>
        <p:spPr/>
        <p:txBody>
          <a:bodyPr/>
          <a:lstStyle/>
          <a:p>
            <a:fld id="{F8E47D07-9D1E-4FE9-B31A-2F5863681021}" type="slidenum">
              <a:rPr lang="en-GB" smtClean="0"/>
              <a:pPr/>
              <a:t>13</a:t>
            </a:fld>
            <a:endParaRPr lang="en-GB"/>
          </a:p>
        </p:txBody>
      </p:sp>
    </p:spTree>
    <p:extLst>
      <p:ext uri="{BB962C8B-B14F-4D97-AF65-F5344CB8AC3E}">
        <p14:creationId xmlns:p14="http://schemas.microsoft.com/office/powerpoint/2010/main" val="253156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747B3-BB5C-29F0-12BB-2480F368DC8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3321CF-961A-2147-7511-85BA7AEB53D8}"/>
              </a:ext>
            </a:extLst>
          </p:cNvPr>
          <p:cNvSpPr>
            <a:spLocks noGrp="1"/>
          </p:cNvSpPr>
          <p:nvPr>
            <p:ph type="sldNum" sz="quarter" idx="12"/>
          </p:nvPr>
        </p:nvSpPr>
        <p:spPr/>
        <p:txBody>
          <a:bodyPr/>
          <a:lstStyle/>
          <a:p>
            <a:fld id="{F8E47D07-9D1E-4FE9-B31A-2F5863681021}" type="slidenum">
              <a:rPr lang="en-GB" smtClean="0"/>
              <a:pPr/>
              <a:t>14</a:t>
            </a:fld>
            <a:endParaRPr lang="en-GB"/>
          </a:p>
        </p:txBody>
      </p:sp>
      <p:sp>
        <p:nvSpPr>
          <p:cNvPr id="5" name="Title 4">
            <a:extLst>
              <a:ext uri="{FF2B5EF4-FFF2-40B4-BE49-F238E27FC236}">
                <a16:creationId xmlns:a16="http://schemas.microsoft.com/office/drawing/2014/main" id="{F675DF01-F6A1-664F-013A-778A0A3776BB}"/>
              </a:ext>
            </a:extLst>
          </p:cNvPr>
          <p:cNvSpPr>
            <a:spLocks noGrp="1"/>
          </p:cNvSpPr>
          <p:nvPr>
            <p:ph type="title"/>
          </p:nvPr>
        </p:nvSpPr>
        <p:spPr/>
        <p:txBody>
          <a:bodyPr/>
          <a:lstStyle/>
          <a:p>
            <a:r>
              <a:rPr lang="en-GB"/>
              <a:t>References</a:t>
            </a:r>
            <a:endParaRPr lang="en-US"/>
          </a:p>
        </p:txBody>
      </p:sp>
      <p:sp>
        <p:nvSpPr>
          <p:cNvPr id="7" name="TextBox 6">
            <a:extLst>
              <a:ext uri="{FF2B5EF4-FFF2-40B4-BE49-F238E27FC236}">
                <a16:creationId xmlns:a16="http://schemas.microsoft.com/office/drawing/2014/main" id="{9236C0FF-023E-C0A0-49F5-BF8B47F26B2E}"/>
              </a:ext>
            </a:extLst>
          </p:cNvPr>
          <p:cNvSpPr txBox="1"/>
          <p:nvPr/>
        </p:nvSpPr>
        <p:spPr>
          <a:xfrm>
            <a:off x="487680" y="976390"/>
            <a:ext cx="9360256" cy="5881610"/>
          </a:xfrm>
          <a:prstGeom prst="rect">
            <a:avLst/>
          </a:prstGeom>
          <a:noFill/>
        </p:spPr>
        <p:txBody>
          <a:bodyPr wrap="square" lIns="91440" tIns="45720" rIns="91440" bIns="45720" rtlCol="0" anchor="t">
            <a:spAutoFit/>
          </a:bodyPr>
          <a:lstStyle/>
          <a:p>
            <a:pPr marL="285750" indent="-285750">
              <a:buFont typeface="Arial"/>
              <a:buChar char="•"/>
            </a:pPr>
            <a:r>
              <a:rPr lang="en-US" dirty="0">
                <a:solidFill>
                  <a:srgbClr val="000000"/>
                </a:solidFill>
                <a:ea typeface="+mn-lt"/>
                <a:cs typeface="+mn-lt"/>
              </a:rPr>
              <a:t>Handling Sparsity via the Horseshoe (Carvalho 09a) https://</a:t>
            </a:r>
            <a:r>
              <a:rPr lang="en-US" dirty="0" err="1">
                <a:solidFill>
                  <a:srgbClr val="000000"/>
                </a:solidFill>
                <a:ea typeface="+mn-lt"/>
                <a:cs typeface="+mn-lt"/>
              </a:rPr>
              <a:t>proceedings.mlr.press</a:t>
            </a:r>
            <a:r>
              <a:rPr lang="en-US" dirty="0">
                <a:solidFill>
                  <a:srgbClr val="000000"/>
                </a:solidFill>
                <a:ea typeface="+mn-lt"/>
                <a:cs typeface="+mn-lt"/>
              </a:rPr>
              <a:t>/v5/carvalho09a/carvalho09a.pdf</a:t>
            </a:r>
          </a:p>
          <a:p>
            <a:pPr marL="285750" indent="-285750">
              <a:buFont typeface="Arial"/>
              <a:buChar char="•"/>
            </a:pPr>
            <a:r>
              <a:rPr lang="en-US" dirty="0">
                <a:solidFill>
                  <a:srgbClr val="000000"/>
                </a:solidFill>
                <a:ea typeface="+mn-lt"/>
                <a:cs typeface="+mn-lt"/>
              </a:rPr>
              <a:t>Carvalho, C. M., Polson, N. G., &amp; Scott, J. G. (2010). The horseshoe estimator for sparse signals. </a:t>
            </a:r>
            <a:r>
              <a:rPr lang="en-US" i="1" dirty="0" err="1">
                <a:solidFill>
                  <a:srgbClr val="000000"/>
                </a:solidFill>
                <a:ea typeface="+mn-lt"/>
                <a:cs typeface="+mn-lt"/>
              </a:rPr>
              <a:t>Biometrika</a:t>
            </a:r>
            <a:r>
              <a:rPr lang="en-US" i="1" dirty="0">
                <a:solidFill>
                  <a:srgbClr val="000000"/>
                </a:solidFill>
                <a:ea typeface="+mn-lt"/>
                <a:cs typeface="+mn-lt"/>
              </a:rPr>
              <a:t>, 97</a:t>
            </a:r>
            <a:r>
              <a:rPr lang="en-US" dirty="0">
                <a:solidFill>
                  <a:srgbClr val="000000"/>
                </a:solidFill>
                <a:ea typeface="+mn-lt"/>
                <a:cs typeface="+mn-lt"/>
              </a:rPr>
              <a:t>(2), 465–480. </a:t>
            </a:r>
            <a:r>
              <a:rPr lang="en-US" dirty="0">
                <a:solidFill>
                  <a:srgbClr val="000000"/>
                </a:solidFill>
                <a:ea typeface="+mn-lt"/>
                <a:cs typeface="+mn-lt"/>
                <a:hlinkClick r:id="rId2"/>
              </a:rPr>
              <a:t>https://doi.org/10.1093/biomet/asq017</a:t>
            </a:r>
            <a:r>
              <a:rPr lang="en-US" dirty="0">
                <a:solidFill>
                  <a:srgbClr val="000000"/>
                </a:solidFill>
                <a:ea typeface="+mn-lt"/>
                <a:cs typeface="+mn-lt"/>
              </a:rPr>
              <a:t> </a:t>
            </a:r>
            <a:endParaRPr lang="en-US" dirty="0">
              <a:solidFill>
                <a:srgbClr val="000000"/>
              </a:solidFill>
              <a:ea typeface="Calibri"/>
              <a:cs typeface="Calibri"/>
            </a:endParaRPr>
          </a:p>
          <a:p>
            <a:pPr marL="285750" indent="-285750">
              <a:buFont typeface="Arial"/>
              <a:buChar char="•"/>
            </a:pPr>
            <a:r>
              <a:rPr lang="en-US" dirty="0">
                <a:solidFill>
                  <a:srgbClr val="000000"/>
                </a:solidFill>
                <a:ea typeface="+mn-lt"/>
                <a:cs typeface="+mn-lt"/>
              </a:rPr>
              <a:t>Hanahan, D., &amp; Weinberg, R. A. (2000). The hallmarks of cancer. </a:t>
            </a:r>
            <a:r>
              <a:rPr lang="en-US" i="1" dirty="0">
                <a:solidFill>
                  <a:srgbClr val="000000"/>
                </a:solidFill>
                <a:ea typeface="+mn-lt"/>
                <a:cs typeface="+mn-lt"/>
              </a:rPr>
              <a:t>Cell, 100</a:t>
            </a:r>
            <a:r>
              <a:rPr lang="en-US" dirty="0">
                <a:solidFill>
                  <a:srgbClr val="000000"/>
                </a:solidFill>
                <a:ea typeface="+mn-lt"/>
                <a:cs typeface="+mn-lt"/>
              </a:rPr>
              <a:t>(1), 57–70. </a:t>
            </a:r>
            <a:r>
              <a:rPr lang="en-US" dirty="0">
                <a:solidFill>
                  <a:srgbClr val="000000"/>
                </a:solidFill>
                <a:ea typeface="+mn-lt"/>
                <a:cs typeface="+mn-lt"/>
                <a:hlinkClick r:id="rId3"/>
              </a:rPr>
              <a:t>https://doi.org/10.1016/S0092-8674(00)81683-9</a:t>
            </a:r>
            <a:endParaRPr lang="en-US" dirty="0"/>
          </a:p>
          <a:p>
            <a:pPr marL="285750" indent="-285750">
              <a:buFont typeface="Arial"/>
              <a:buChar char="•"/>
            </a:pPr>
            <a:r>
              <a:rPr lang="en-US" dirty="0">
                <a:solidFill>
                  <a:srgbClr val="000000"/>
                </a:solidFill>
                <a:latin typeface="-webkit-standard"/>
                <a:ea typeface="+mn-lt"/>
                <a:cs typeface="+mn-lt"/>
              </a:rPr>
              <a:t>Hanahan, D., &amp; Weinberg, R. A. (2011). </a:t>
            </a:r>
            <a:r>
              <a:rPr lang="en-US" i="1" dirty="0">
                <a:solidFill>
                  <a:srgbClr val="000000"/>
                </a:solidFill>
                <a:ea typeface="+mn-lt"/>
                <a:cs typeface="+mn-lt"/>
              </a:rPr>
              <a:t>Hallmarks of Cancer: The Next Generation</a:t>
            </a:r>
            <a:r>
              <a:rPr lang="en-US" dirty="0">
                <a:solidFill>
                  <a:srgbClr val="000000"/>
                </a:solidFill>
                <a:latin typeface="-webkit-standard"/>
                <a:ea typeface="+mn-lt"/>
                <a:cs typeface="+mn-lt"/>
              </a:rPr>
              <a:t>. </a:t>
            </a:r>
            <a:r>
              <a:rPr lang="en-US" i="1" dirty="0">
                <a:solidFill>
                  <a:srgbClr val="000000"/>
                </a:solidFill>
                <a:ea typeface="+mn-lt"/>
                <a:cs typeface="+mn-lt"/>
              </a:rPr>
              <a:t>Cell, 144</a:t>
            </a:r>
            <a:r>
              <a:rPr lang="en-US" dirty="0">
                <a:solidFill>
                  <a:srgbClr val="000000"/>
                </a:solidFill>
                <a:latin typeface="-webkit-standard"/>
                <a:ea typeface="+mn-lt"/>
                <a:cs typeface="+mn-lt"/>
              </a:rPr>
              <a:t>(5), 646–674. </a:t>
            </a:r>
            <a:r>
              <a:rPr lang="en-US" dirty="0">
                <a:solidFill>
                  <a:srgbClr val="000000"/>
                </a:solidFill>
                <a:ea typeface="+mn-lt"/>
                <a:cs typeface="+mn-lt"/>
              </a:rPr>
              <a:t>https://</a:t>
            </a:r>
            <a:r>
              <a:rPr lang="en-US" dirty="0" err="1">
                <a:solidFill>
                  <a:srgbClr val="000000"/>
                </a:solidFill>
                <a:ea typeface="+mn-lt"/>
                <a:cs typeface="+mn-lt"/>
              </a:rPr>
              <a:t>doi.org</a:t>
            </a:r>
            <a:r>
              <a:rPr lang="en-US" dirty="0">
                <a:solidFill>
                  <a:srgbClr val="000000"/>
                </a:solidFill>
                <a:ea typeface="+mn-lt"/>
                <a:cs typeface="+mn-lt"/>
              </a:rPr>
              <a:t>/10.1016/j.cell.2011.02.013</a:t>
            </a:r>
          </a:p>
          <a:p>
            <a:pPr marL="285750" indent="-285750">
              <a:buFont typeface="Arial"/>
              <a:buChar char="•"/>
            </a:pPr>
            <a:r>
              <a:rPr lang="en-US" dirty="0">
                <a:solidFill>
                  <a:srgbClr val="000000"/>
                </a:solidFill>
                <a:ea typeface="+mn-lt"/>
                <a:cs typeface="+mn-lt"/>
              </a:rPr>
              <a:t>Hanahan, D. (2022). Hallmarks of cancer: New dimensions. </a:t>
            </a:r>
            <a:r>
              <a:rPr lang="en-US" i="1" dirty="0">
                <a:solidFill>
                  <a:srgbClr val="000000"/>
                </a:solidFill>
                <a:ea typeface="+mn-lt"/>
                <a:cs typeface="+mn-lt"/>
              </a:rPr>
              <a:t>Cancer Discovery, 12</a:t>
            </a:r>
            <a:r>
              <a:rPr lang="en-US" dirty="0">
                <a:solidFill>
                  <a:srgbClr val="000000"/>
                </a:solidFill>
                <a:ea typeface="+mn-lt"/>
                <a:cs typeface="+mn-lt"/>
              </a:rPr>
              <a:t>(1), 31–46. </a:t>
            </a:r>
            <a:r>
              <a:rPr lang="en-US" dirty="0">
                <a:solidFill>
                  <a:srgbClr val="000000"/>
                </a:solidFill>
                <a:ea typeface="+mn-lt"/>
                <a:cs typeface="+mn-lt"/>
                <a:hlinkClick r:id="rId4"/>
              </a:rPr>
              <a:t>https://doi.org/10.1158/2159-8290.CD-21-1059</a:t>
            </a:r>
            <a:endParaRPr lang="en-US" dirty="0"/>
          </a:p>
          <a:p>
            <a:pPr marL="285750" indent="-285750">
              <a:buFont typeface="Arial"/>
              <a:buChar char="•"/>
            </a:pPr>
            <a:r>
              <a:rPr lang="en-US" dirty="0">
                <a:solidFill>
                  <a:srgbClr val="000000"/>
                </a:solidFill>
                <a:latin typeface="-webkit-standard"/>
                <a:ea typeface="Calibri"/>
                <a:cs typeface="Calibri"/>
              </a:rPr>
              <a:t>Menyhárt, O., </a:t>
            </a:r>
            <a:r>
              <a:rPr lang="en-US" dirty="0" err="1">
                <a:solidFill>
                  <a:srgbClr val="000000"/>
                </a:solidFill>
                <a:latin typeface="-webkit-standard"/>
                <a:ea typeface="Calibri"/>
                <a:cs typeface="Calibri"/>
              </a:rPr>
              <a:t>Kothalawala</a:t>
            </a:r>
            <a:r>
              <a:rPr lang="en-US" dirty="0">
                <a:solidFill>
                  <a:srgbClr val="000000"/>
                </a:solidFill>
                <a:latin typeface="-webkit-standard"/>
                <a:ea typeface="Calibri"/>
                <a:cs typeface="Calibri"/>
              </a:rPr>
              <a:t>, W. J., &amp; Győrffy, B. (2025). </a:t>
            </a:r>
            <a:r>
              <a:rPr lang="en-US" i="1" dirty="0">
                <a:solidFill>
                  <a:srgbClr val="000000"/>
                </a:solidFill>
                <a:ea typeface="+mn-lt"/>
                <a:cs typeface="+mn-lt"/>
              </a:rPr>
              <a:t>A gene set enrichment analysis for cancer hallmarks</a:t>
            </a:r>
            <a:r>
              <a:rPr lang="en-US" dirty="0">
                <a:solidFill>
                  <a:srgbClr val="000000"/>
                </a:solidFill>
                <a:latin typeface="-webkit-standard"/>
                <a:ea typeface="Calibri"/>
                <a:cs typeface="Calibri"/>
              </a:rPr>
              <a:t>. Journal of Pharmaceutical Analysis, (5), Article 101065. </a:t>
            </a:r>
            <a:r>
              <a:rPr lang="en-US" dirty="0">
                <a:solidFill>
                  <a:srgbClr val="000000"/>
                </a:solidFill>
                <a:ea typeface="+mn-lt"/>
                <a:cs typeface="+mn-lt"/>
                <a:hlinkClick r:id="rId5"/>
              </a:rPr>
              <a:t>https://doi.org/10.1016/j.jpha.2024.101065</a:t>
            </a:r>
            <a:endParaRPr lang="en-US" dirty="0">
              <a:solidFill>
                <a:srgbClr val="000000"/>
              </a:solidFill>
              <a:ea typeface="Calibri"/>
              <a:cs typeface="Calibri"/>
            </a:endParaRPr>
          </a:p>
          <a:p>
            <a:pPr marL="285750" indent="-285750">
              <a:buFont typeface="Arial"/>
              <a:buChar char="•"/>
            </a:pPr>
            <a:r>
              <a:rPr lang="en-US" dirty="0">
                <a:solidFill>
                  <a:srgbClr val="000000"/>
                </a:solidFill>
                <a:ea typeface="+mn-lt"/>
                <a:cs typeface="+mn-lt"/>
              </a:rPr>
              <a:t>Spiegelhalter, D., Thomas, A., Best, N., &amp; Gilks, W. (1996). </a:t>
            </a:r>
            <a:r>
              <a:rPr lang="en-US" i="1" dirty="0">
                <a:solidFill>
                  <a:srgbClr val="000000"/>
                </a:solidFill>
                <a:ea typeface="+mn-lt"/>
                <a:cs typeface="+mn-lt"/>
              </a:rPr>
              <a:t>BUGS Examples, Version 0.5 (Vol. 1).</a:t>
            </a:r>
            <a:r>
              <a:rPr lang="en-US" dirty="0">
                <a:solidFill>
                  <a:srgbClr val="000000"/>
                </a:solidFill>
                <a:ea typeface="+mn-lt"/>
                <a:cs typeface="+mn-lt"/>
              </a:rPr>
              <a:t> MRC Biostatistics Unit, Institute of Public Health, University of Cambridge.</a:t>
            </a:r>
            <a:endParaRPr lang="en-US" dirty="0">
              <a:ea typeface="+mn-lt"/>
              <a:cs typeface="+mn-lt"/>
            </a:endParaRPr>
          </a:p>
          <a:p>
            <a:pPr marL="285750" indent="-285750">
              <a:buFont typeface="Arial"/>
              <a:buChar char="•"/>
            </a:pPr>
            <a:r>
              <a:rPr lang="en-US" dirty="0">
                <a:solidFill>
                  <a:srgbClr val="000000"/>
                </a:solidFill>
                <a:latin typeface="-webkit-standard"/>
                <a:ea typeface="Calibri"/>
                <a:cs typeface="Calibri"/>
              </a:rPr>
              <a:t>The Cancer Genome Atlas Research Network. (2013). The Cancer Genome Atlas Pan-Cancer analysis project. </a:t>
            </a:r>
            <a:r>
              <a:rPr lang="en-US" i="1" dirty="0">
                <a:solidFill>
                  <a:srgbClr val="000000"/>
                </a:solidFill>
                <a:ea typeface="+mn-lt"/>
                <a:cs typeface="+mn-lt"/>
              </a:rPr>
              <a:t>Nature Genetics, 45</a:t>
            </a:r>
            <a:r>
              <a:rPr lang="en-US" dirty="0">
                <a:solidFill>
                  <a:srgbClr val="000000"/>
                </a:solidFill>
                <a:latin typeface="-webkit-standard"/>
                <a:ea typeface="Calibri"/>
                <a:cs typeface="Calibri"/>
              </a:rPr>
              <a:t>(10), 1113–1120. </a:t>
            </a:r>
            <a:r>
              <a:rPr lang="en-US" dirty="0">
                <a:solidFill>
                  <a:srgbClr val="000000"/>
                </a:solidFill>
                <a:ea typeface="+mn-lt"/>
                <a:cs typeface="+mn-lt"/>
                <a:hlinkClick r:id="rId6"/>
              </a:rPr>
              <a:t>https://doorg/10.1038/ng.2764</a:t>
            </a:r>
            <a:endParaRPr lang="en-US" dirty="0">
              <a:solidFill>
                <a:srgbClr val="000000"/>
              </a:solidFill>
              <a:latin typeface="Calibri"/>
              <a:ea typeface="Calibri"/>
              <a:cs typeface="Calibri"/>
              <a:hlinkClick r:id="rId6"/>
            </a:endParaRPr>
          </a:p>
          <a:p>
            <a:pPr algn="l"/>
            <a:endParaRPr lang="en-US" dirty="0">
              <a:solidFill>
                <a:srgbClr val="000000"/>
              </a:solidFill>
              <a:latin typeface="-webkit-standard"/>
              <a:ea typeface="Calibri"/>
              <a:cs typeface="Calibri"/>
            </a:endParaRPr>
          </a:p>
          <a:p>
            <a:endParaRPr lang="en-US" dirty="0">
              <a:solidFill>
                <a:srgbClr val="000000"/>
              </a:solidFill>
              <a:latin typeface="-webkit-standard"/>
              <a:ea typeface="Calibri"/>
              <a:cs typeface="Calibri"/>
            </a:endParaRPr>
          </a:p>
          <a:p>
            <a:endParaRPr lang="en-US" dirty="0">
              <a:solidFill>
                <a:srgbClr val="000000"/>
              </a:solidFill>
              <a:latin typeface="-webkit-standard"/>
              <a:ea typeface="Calibri"/>
              <a:cs typeface="Calibri"/>
            </a:endParaRPr>
          </a:p>
          <a:p>
            <a:pPr>
              <a:lnSpc>
                <a:spcPct val="90000"/>
              </a:lnSpc>
              <a:spcAft>
                <a:spcPts val="600"/>
              </a:spcAft>
            </a:pPr>
            <a:endParaRPr lang="en-US" dirty="0">
              <a:ea typeface="Calibri"/>
              <a:cs typeface="Calibri"/>
            </a:endParaRPr>
          </a:p>
        </p:txBody>
      </p:sp>
      <p:sp>
        <p:nvSpPr>
          <p:cNvPr id="6" name="Date Placeholder 3">
            <a:extLst>
              <a:ext uri="{FF2B5EF4-FFF2-40B4-BE49-F238E27FC236}">
                <a16:creationId xmlns:a16="http://schemas.microsoft.com/office/drawing/2014/main" id="{D83D1268-0E68-EA82-C089-D41984D28001}"/>
              </a:ext>
            </a:extLst>
          </p:cNvPr>
          <p:cNvSpPr txBox="1">
            <a:spLocks/>
          </p:cNvSpPr>
          <p:nvPr/>
        </p:nvSpPr>
        <p:spPr>
          <a:xfrm>
            <a:off x="10421681" y="6604159"/>
            <a:ext cx="1279358" cy="309145"/>
          </a:xfrm>
          <a:prstGeom prst="rect">
            <a:avLst/>
          </a:prstGeom>
        </p:spPr>
        <p:txBody>
          <a:bodyPr vert="horz" lIns="91440" tIns="45720" rIns="91440" bIns="72000" rtlCol="0" anchor="b" anchorCtr="0">
            <a:noAutofit/>
          </a:bodyPr>
          <a:lstStyle>
            <a:defPPr>
              <a:defRPr lang="en-US"/>
            </a:defPPr>
            <a:lvl1pPr marL="0" algn="r" defTabSz="914400" rtl="0" eaLnBrk="1" latinLnBrk="0" hangingPunct="1">
              <a:lnSpc>
                <a:spcPct val="100000"/>
              </a:lnSpc>
              <a:spcBef>
                <a:spcPts val="0"/>
              </a:spcBef>
              <a:spcAft>
                <a:spcPts val="0"/>
              </a:spcAft>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GB">
                <a:solidFill>
                  <a:srgbClr val="3F4444"/>
                </a:solidFill>
              </a:rPr>
              <a:t>21Aug2025</a:t>
            </a:r>
            <a:endParaRPr kumimoji="0" lang="en-GB" sz="1050" b="0" i="0" u="none" strike="noStrike" kern="1200" cap="none" spc="0" normalizeH="0" baseline="0" noProof="0">
              <a:ln>
                <a:noFill/>
              </a:ln>
              <a:solidFill>
                <a:srgbClr val="3F4444"/>
              </a:solidFill>
              <a:effectLst/>
              <a:uLnTx/>
              <a:uFillTx/>
              <a:latin typeface="Calibri"/>
              <a:ea typeface="+mn-ea"/>
              <a:cs typeface="+mn-cs"/>
            </a:endParaRPr>
          </a:p>
        </p:txBody>
      </p:sp>
    </p:spTree>
    <p:extLst>
      <p:ext uri="{BB962C8B-B14F-4D97-AF65-F5344CB8AC3E}">
        <p14:creationId xmlns:p14="http://schemas.microsoft.com/office/powerpoint/2010/main" val="22324946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ASTRAZENECA STANDARD TEMPLATE" val="EvVFCk6W"/>
  <p:tag name="ARTICULATE_DESIGN_ID_1_ASTRAZENECA STANDARD TEMPLATE" val="kGJp0GDe"/>
  <p:tag name="ARTICULATE_DESIGN_ID_ALTERNATIVE LAYOUTS" val="Bt42LpTg"/>
  <p:tag name="ARTICULATE_DESIGN_ID_1_ALTERNATIVE LAYOUTS" val="Pu40bbUa"/>
  <p:tag name="ARTICULATE_DESIGN_ID_AGENDAS" val="ut6QGGsg"/>
  <p:tag name="ARTICULATE_DESIGN_ID_1_AGENDAS" val="zZqOLfMe"/>
  <p:tag name="ARTICULATE_DESIGN_ID_KEY MESSAGE LAYOUTS" val="EG1WQXxn"/>
  <p:tag name="ARTICULATE_DESIGN_ID_LISTS" val="M0QWvWS1"/>
  <p:tag name="ARTICULATE_DESIGN_ID_1_KEY MESSAGE LAYOUTS" val="ks627C6Q"/>
  <p:tag name="ARTICULATE_DESIGN_ID_DIAGRAMS" val="EHtI07Fq"/>
  <p:tag name="ARTICULATE_DESIGN_ID_ALTERNATIVE CONTENT LAYOUTS" val="ywJnDDcd"/>
  <p:tag name="ARTICULATE_DESIGN_ID_PERSONNEL" val="nHHLeDJ2"/>
  <p:tag name="ARTICULATE_DESIGN_ID_STAFF AND ORGANISATIONS" val="fzkdDkSo"/>
  <p:tag name="ARTICULATE_DESIGN_ID_1_ALTERNATIVE CONTENT LAYOUTS" val="iY0BipYY"/>
  <p:tag name="ARTICULATE_DESIGN_ID_1_LISTS" val="vezrIkHU"/>
  <p:tag name="ARTICULATE_DESIGN_ID_1_STAFF AND ORGANISATIONS" val="gu0rVs6s"/>
  <p:tag name="BRANDIN_CONFIG" val="CONFIG.INI"/>
  <p:tag name="BRANDIN_CHARTS" val="PROCESS CHARTS"/>
  <p:tag name="BRANDIN_RULES" val="RUN RULES"/>
  <p:tag name="ARTICULATE_DESIGN_ID_LOGO HOLDERS" val="frTQuPG5"/>
  <p:tag name="ARTICULATE_DESIGN_ID_SPEAKERS" val="lTM5UYkU"/>
  <p:tag name="ARTICULATE_DESIGN_ID_TEXT LAYOUTS" val="4lYw8SxY"/>
  <p:tag name="ARTICULATE_DESIGN_ID_KEY STATEMENTS" val="PiA9xBfC"/>
  <p:tag name="ARTICULATE_DESIGN_ID_TEXT WITH IMAGE" val="bQgCS8wS"/>
  <p:tag name="ARTICULATE_DESIGN_ID_TEXT WITH IMAGE LAYOUTS" val="4MQoe47W"/>
  <p:tag name="BRANDIN_SMARTPASTE" val="ACTIVE"/>
  <p:tag name="BRANDIN_WORKSPACE_NAME" val="AstraZeneca"/>
  <p:tag name="ARTICULATE_SLIDE_THUMBNAIL_REFRESH" val="1"/>
  <p:tag name="ARTICULATE_PROJECT_OPEN" val="0"/>
  <p:tag name="ARTICULATE_SLIDE_COUNT" val="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straZeneca Standard Template">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A607FC6E-2830-4884-B5EB-CE4D480CB8E4}"/>
    </a:ext>
  </a:extLst>
</a:theme>
</file>

<file path=ppt/theme/theme2.xml><?xml version="1.0" encoding="utf-8"?>
<a:theme xmlns:a="http://schemas.openxmlformats.org/drawingml/2006/main" name="Alternative Content Layou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DC08CE33-E53E-474E-8D0E-635C1B213002}"/>
    </a:ext>
  </a:extLst>
</a:theme>
</file>

<file path=ppt/theme/theme3.xml><?xml version="1.0" encoding="utf-8"?>
<a:theme xmlns:a="http://schemas.openxmlformats.org/drawingml/2006/main" name="Text with Image Layou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2D2830D5-1DBF-4A65-8ECB-5F94A09CA94B}"/>
    </a:ext>
  </a:extLst>
</a:theme>
</file>

<file path=ppt/theme/theme4.xml><?xml version="1.0" encoding="utf-8"?>
<a:theme xmlns:a="http://schemas.openxmlformats.org/drawingml/2006/main" name="Key Statemen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0CDEA533-1275-4DCF-858E-431243004BA3}"/>
    </a:ext>
  </a:extLst>
</a:theme>
</file>

<file path=ppt/theme/theme5.xml><?xml version="1.0" encoding="utf-8"?>
<a:theme xmlns:a="http://schemas.openxmlformats.org/drawingml/2006/main" name="Lis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77FA3831-1A1E-46C2-AA8F-236D0717B83C}"/>
    </a:ext>
  </a:extLst>
</a:theme>
</file>

<file path=ppt/theme/theme6.xml><?xml version="1.0" encoding="utf-8"?>
<a:theme xmlns:a="http://schemas.openxmlformats.org/drawingml/2006/main" name="Agenda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77D11B53-9372-490F-86FD-ADD6EDC9DFE8}"/>
    </a:ext>
  </a:extLst>
</a:theme>
</file>

<file path=ppt/theme/theme7.xml><?xml version="1.0" encoding="utf-8"?>
<a:theme xmlns:a="http://schemas.openxmlformats.org/drawingml/2006/main" name="Speaker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0409466A-2887-45B9-939C-285127DBE575}"/>
    </a:ext>
  </a:extLst>
</a:theme>
</file>

<file path=ppt/theme/theme8.xml><?xml version="1.0" encoding="utf-8"?>
<a:theme xmlns:a="http://schemas.openxmlformats.org/drawingml/2006/main" name="Logo Holder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EEEFDA42-084F-4FB7-A38C-ED5D842800B1}"/>
    </a:ext>
  </a:extLst>
</a:theme>
</file>

<file path=ppt/theme/theme9.xml><?xml version="1.0" encoding="utf-8"?>
<a:theme xmlns:a="http://schemas.openxmlformats.org/drawingml/2006/main" name="Diagram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ASTR 00000 - 2024 Template Updates 06.pptx" id="{13347634-B1C7-4BF3-8B96-7A28308A4953}" vid="{5FD1E003-203F-4C47-AC4C-6E15E0D00D7C}"/>
    </a:ext>
  </a:extLst>
</a:theme>
</file>

<file path=ppt/theme/theme10.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4a56295-c29e-4898-8136-a54736c65b82" xsi:nil="true"/>
    <lcf76f155ced4ddcb4097134ff3c332f xmlns="89b95053-7038-4042-ab16-1b34ddf252cd">
      <Terms xmlns="http://schemas.microsoft.com/office/infopath/2007/PartnerControls"/>
    </lcf76f155ced4ddcb4097134ff3c332f>
    <Keyword xmlns="44a56295-c29e-4898-8136-a54736c65b82" xsi:nil="true"/>
    <Descriptions xmlns="44a56295-c29e-4898-8136-a54736c65b82" xsi:nil="true"/>
  </documentManagement>
</p:properties>
</file>

<file path=customXml/item2.xml><?xml version="1.0" encoding="utf-8"?>
<?mso-contentType ?>
<SharedContentType xmlns="Microsoft.SharePoint.Taxonomy.ContentTypeSync" SourceId="1ee89e71-04cd-405e-9ca3-99e020c1694d"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6DB529EE1AB6AD4F899052950E60408F" ma:contentTypeVersion="17" ma:contentTypeDescription="Create a new document." ma:contentTypeScope="" ma:versionID="10a67613c1e9ae4ba9f36050ee5699ff">
  <xsd:schema xmlns:xsd="http://www.w3.org/2001/XMLSchema" xmlns:xs="http://www.w3.org/2001/XMLSchema" xmlns:p="http://schemas.microsoft.com/office/2006/metadata/properties" xmlns:ns2="44a56295-c29e-4898-8136-a54736c65b82" xmlns:ns3="89b95053-7038-4042-ab16-1b34ddf252cd" xmlns:ns4="4cd49ea0-1eba-4ec8-9e5a-f3220030d18e" targetNamespace="http://schemas.microsoft.com/office/2006/metadata/properties" ma:root="true" ma:fieldsID="df9b6af9251a64aa9d0cb12301ddf2f1" ns2:_="" ns3:_="" ns4:_="">
    <xsd:import namespace="44a56295-c29e-4898-8136-a54736c65b82"/>
    <xsd:import namespace="89b95053-7038-4042-ab16-1b34ddf252cd"/>
    <xsd:import namespace="4cd49ea0-1eba-4ec8-9e5a-f3220030d18e"/>
    <xsd:element name="properties">
      <xsd:complexType>
        <xsd:sequence>
          <xsd:element name="documentManagement">
            <xsd:complexType>
              <xsd:all>
                <xsd:element ref="ns2:Descriptions" minOccurs="0"/>
                <xsd:element ref="ns2:Keyword" minOccurs="0"/>
                <xsd:element ref="ns3:MediaServiceMetadata" minOccurs="0"/>
                <xsd:element ref="ns3:MediaServiceFastMetadata" minOccurs="0"/>
                <xsd:element ref="ns4:SharedWithUsers" minOccurs="0"/>
                <xsd:element ref="ns4:SharedWithDetail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element name="TaxCatchAll" ma:index="16" nillable="true" ma:displayName="Taxonomy Catch All Column" ma:hidden="true" ma:list="{6f372a8c-1f5f-480e-91f3-a9483fe8ca9c}" ma:internalName="TaxCatchAll" ma:showField="CatchAllData" ma:web="4cd49ea0-1eba-4ec8-9e5a-f3220030d18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9b95053-7038-4042-ab16-1b34ddf252c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d49ea0-1eba-4ec8-9e5a-f3220030d1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BrandIn lastLayout="1"/>
</file>

<file path=customXml/item6.xml><?xml version="1.0" encoding="utf-8"?>
<BrandIn lastLayout="1"/>
</file>

<file path=customXml/item7.xml><?xml version="1.0" encoding="utf-8"?>
<BrandIn lastLayout="1"/>
</file>

<file path=customXml/item8.xml><?xml version="1.0" encoding="utf-8"?>
<BrandIn lastLayout="1"/>
</file>

<file path=customXml/item9.xml><?xml version="1.0" encoding="utf-8"?>
<BrandIn lastLayout="1"/>
</file>

<file path=customXml/item10.xml><?xml version="1.0" encoding="utf-8"?>
<BrandIn lastLayout="1"/>
</file>

<file path=customXml/item11.xml><?xml version="1.0" encoding="utf-8"?>
<BrandIn lastLayout="1"/>
</file>

<file path=customXml/item12.xml><?xml version="1.0" encoding="utf-8"?>
<BrandIn lastLayout="1"/>
</file>

<file path=customXml/item13.xml><?xml version="1.0" encoding="utf-8"?>
<BrandIn lastLayout="1"/>
</file>

<file path=customXml/itemProps1.xml><?xml version="1.0" encoding="utf-8"?>
<ds:datastoreItem xmlns:ds="http://schemas.openxmlformats.org/officeDocument/2006/customXml" ds:itemID="{2AD41FD2-E42A-4705-AA0D-85221307178A}">
  <ds:schemaRefs>
    <ds:schemaRef ds:uri="4cd49ea0-1eba-4ec8-9e5a-f3220030d18e"/>
    <ds:schemaRef ds:uri="http://schemas.microsoft.com/office/2006/metadata/properties"/>
    <ds:schemaRef ds:uri="http://schemas.microsoft.com/office/infopath/2007/PartnerControls"/>
    <ds:schemaRef ds:uri="44a56295-c29e-4898-8136-a54736c65b82"/>
    <ds:schemaRef ds:uri="http://purl.org/dc/terms/"/>
    <ds:schemaRef ds:uri="http://www.w3.org/XML/1998/namespace"/>
    <ds:schemaRef ds:uri="http://schemas.microsoft.com/office/2006/documentManagement/types"/>
    <ds:schemaRef ds:uri="89b95053-7038-4042-ab16-1b34ddf252cd"/>
    <ds:schemaRef ds:uri="http://purl.org/dc/dcmitype/"/>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9F8D25BD-0596-4D29-826E-F7CF3459D2BC}">
  <ds:schemaRefs>
    <ds:schemaRef ds:uri="Microsoft.SharePoint.Taxonomy.ContentTypeSync"/>
  </ds:schemaRefs>
</ds:datastoreItem>
</file>

<file path=customXml/itemProps3.xml><?xml version="1.0" encoding="utf-8"?>
<ds:datastoreItem xmlns:ds="http://schemas.openxmlformats.org/officeDocument/2006/customXml" ds:itemID="{39C02748-3634-4A24-AAB5-5A1F224A40F5}">
  <ds:schemaRefs>
    <ds:schemaRef ds:uri="http://schemas.microsoft.com/sharepoint/v3/contenttype/forms"/>
  </ds:schemaRefs>
</ds:datastoreItem>
</file>

<file path=customXml/itemProps4.xml><?xml version="1.0" encoding="utf-8"?>
<ds:datastoreItem xmlns:ds="http://schemas.openxmlformats.org/officeDocument/2006/customXml" ds:itemID="{ACECC51F-2663-474C-A4E9-5DD61B9AE530}">
  <ds:schemaRefs>
    <ds:schemaRef ds:uri="44a56295-c29e-4898-8136-a54736c65b82"/>
    <ds:schemaRef ds:uri="4cd49ea0-1eba-4ec8-9e5a-f3220030d18e"/>
    <ds:schemaRef ds:uri="89b95053-7038-4042-ab16-1b34ddf252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5.xml><?xml version="1.0" encoding="utf-8"?>
<ds:datastoreItem xmlns:ds="http://schemas.openxmlformats.org/officeDocument/2006/customXml" ds:itemID="{A9377F0E-6DE4-47A6-94F7-B5269FE2FCE0}">
  <ds:schemaRefs/>
</ds:datastoreItem>
</file>

<file path=customXml/itemProps6.xml><?xml version="1.0" encoding="utf-8"?>
<ds:datastoreItem xmlns:ds="http://schemas.openxmlformats.org/officeDocument/2006/customXml" ds:itemID="{8B6B0787-9734-4296-B5D3-EC4759041B1D}">
  <ds:schemaRefs/>
</ds:datastoreItem>
</file>

<file path=customXml/itemProps7.xml><?xml version="1.0" encoding="utf-8"?>
<ds:datastoreItem xmlns:ds="http://schemas.openxmlformats.org/officeDocument/2006/customXml" ds:itemID="{82D07F71-FAE4-4758-BC0B-60609551B1CC}">
  <ds:schemaRefs/>
</ds:datastoreItem>
</file>

<file path=customXml/itemProps8.xml><?xml version="1.0" encoding="utf-8"?>
<ds:datastoreItem xmlns:ds="http://schemas.openxmlformats.org/officeDocument/2006/customXml" ds:itemID="{60BB04B5-40D2-4FDA-9336-7994D079CE4F}">
  <ds:schemaRefs/>
</ds:datastoreItem>
</file>

<file path=customXml/itemProps9.xml><?xml version="1.0" encoding="utf-8"?>
<ds:datastoreItem xmlns:ds="http://schemas.openxmlformats.org/officeDocument/2006/customXml" ds:itemID="{3DB22CCA-FF5C-41A5-90F8-AC554C621565}">
  <ds:schemaRefs/>
</ds:datastoreItem>
</file>

<file path=customXml/itemProps10.xml><?xml version="1.0" encoding="utf-8"?>
<ds:datastoreItem xmlns:ds="http://schemas.openxmlformats.org/officeDocument/2006/customXml" ds:itemID="{65C99F1C-FB57-46A7-9B3A-75339810ED4F}">
  <ds:schemaRefs/>
</ds:datastoreItem>
</file>

<file path=customXml/itemProps11.xml><?xml version="1.0" encoding="utf-8"?>
<ds:datastoreItem xmlns:ds="http://schemas.openxmlformats.org/officeDocument/2006/customXml" ds:itemID="{F6414CD9-7AB0-4F44-807F-DF912C5E1A13}">
  <ds:schemaRefs/>
</ds:datastoreItem>
</file>

<file path=customXml/itemProps12.xml><?xml version="1.0" encoding="utf-8"?>
<ds:datastoreItem xmlns:ds="http://schemas.openxmlformats.org/officeDocument/2006/customXml" ds:itemID="{D8B9FEFC-EE17-4515-A8D9-AD44478F0ED6}">
  <ds:schemaRefs/>
</ds:datastoreItem>
</file>

<file path=customXml/itemProps13.xml><?xml version="1.0" encoding="utf-8"?>
<ds:datastoreItem xmlns:ds="http://schemas.openxmlformats.org/officeDocument/2006/customXml" ds:itemID="{CE231AE7-799C-476B-948C-13293BA93F71}">
  <ds:schemaRefs/>
</ds:datastoreItem>
</file>

<file path=docProps/app.xml><?xml version="1.0" encoding="utf-8"?>
<Properties xmlns="http://schemas.openxmlformats.org/officeDocument/2006/extended-properties" xmlns:vt="http://schemas.openxmlformats.org/officeDocument/2006/docPropsVTypes">
  <Template>AstraZeneca Standard Template</Template>
  <TotalTime>1159</TotalTime>
  <Words>1890</Words>
  <Application>Microsoft Office PowerPoint</Application>
  <PresentationFormat>Widescreen</PresentationFormat>
  <Paragraphs>208</Paragraphs>
  <Slides>14</Slides>
  <Notes>5</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14</vt:i4>
      </vt:variant>
    </vt:vector>
  </HeadingPairs>
  <TitlesOfParts>
    <vt:vector size="31" baseType="lpstr">
      <vt:lpstr>Arial</vt:lpstr>
      <vt:lpstr>ArialUnicodeMS</vt:lpstr>
      <vt:lpstr>Calibri</vt:lpstr>
      <vt:lpstr>Calisto MT</vt:lpstr>
      <vt:lpstr>Cambria Math</vt:lpstr>
      <vt:lpstr>Courier New</vt:lpstr>
      <vt:lpstr>Times New Roman</vt:lpstr>
      <vt:lpstr>-webkit-standard</vt:lpstr>
      <vt:lpstr>AstraZeneca Standard Template</vt:lpstr>
      <vt:lpstr>Alternative Content Layouts</vt:lpstr>
      <vt:lpstr>Text with Image Layouts</vt:lpstr>
      <vt:lpstr>Key Statements</vt:lpstr>
      <vt:lpstr>Lists</vt:lpstr>
      <vt:lpstr>Agendas</vt:lpstr>
      <vt:lpstr>Speakers</vt:lpstr>
      <vt:lpstr>Logo Holders</vt:lpstr>
      <vt:lpstr>Diagrams</vt:lpstr>
      <vt:lpstr>Hallmarks of cancer regression for identification of robust and interpretable composite biomarkers</vt:lpstr>
      <vt:lpstr>The Hallmarks of cancer define alternations to cell physiology</vt:lpstr>
      <vt:lpstr>Annotation of genes into Hallmarks bridges cell genetics and cell physiology</vt:lpstr>
      <vt:lpstr>Motivating example: the TCGA COAD dataset</vt:lpstr>
      <vt:lpstr>Cox survival regression of Hallmark annotated data </vt:lpstr>
      <vt:lpstr>The Horseshoe prior induces sparsity in regression models </vt:lpstr>
      <vt:lpstr>Bayesian Horseshoe Cox regression model</vt:lpstr>
      <vt:lpstr>Analysis of  TCGA data using Hallmark annotated Cox regression</vt:lpstr>
      <vt:lpstr>Extension 1: treatment effects Hallmark predictive model</vt:lpstr>
      <vt:lpstr>Predictive model performance shows control of false positives and high power </vt:lpstr>
      <vt:lpstr>Extension 2: gene-level Hallmark annotated Cox model </vt:lpstr>
      <vt:lpstr>Summary and ways forward</vt:lpstr>
      <vt:lpstr>PowerPoint Presentation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Yang, Alex</dc:creator>
  <cp:keywords/>
  <dc:description/>
  <cp:lastModifiedBy>Rigat, Fabio</cp:lastModifiedBy>
  <cp:revision>4</cp:revision>
  <dcterms:created xsi:type="dcterms:W3CDTF">2025-08-18T14:09:24Z</dcterms:created>
  <dcterms:modified xsi:type="dcterms:W3CDTF">2025-08-29T08:49:21Z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0x0101006DB529EE1AB6AD4F899052950E60408F</vt:lpwstr>
  </property>
  <property fmtid="{D5CDD505-2E9C-101B-9397-08002B2CF9AE}" pid="3" name="Version">
    <vt:lpwstr>ASTR 3935 - Template &amp; Model Slides 24.pptx</vt:lpwstr>
  </property>
  <property fmtid="{D5CDD505-2E9C-101B-9397-08002B2CF9AE}" pid="4" name="ArticulateGUID">
    <vt:lpwstr>3147F588-80EE-4A79-8B90-D2BF272EDFE6</vt:lpwstr>
  </property>
  <property fmtid="{D5CDD505-2E9C-101B-9397-08002B2CF9AE}" pid="5" name="ArticulatePath">
    <vt:lpwstr>https://brightcarbon.sharepoint.com/sites/Intranet/Projects/ABCD/AstraZeneca/ASTR 3935 - AstraZeneca Template Build Project/Corporate Templates Design/BrightCarbon Template-Build/ASTR 3935 - Template &amp; Model Slides 13</vt:lpwstr>
  </property>
  <property fmtid="{D5CDD505-2E9C-101B-9397-08002B2CF9AE}" pid="6" name="MediaServiceImageTags">
    <vt:lpwstr/>
  </property>
</Properties>
</file>